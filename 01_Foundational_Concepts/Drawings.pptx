
<file path=[Content_Types].xml><?xml version="1.0" encoding="utf-8"?>
<Types xmlns="http://schemas.openxmlformats.org/package/2006/content-types">
  <Default Extension="gif" ContentType="image/gi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7"/>
  </p:notesMasterIdLst>
  <p:sldIdLst>
    <p:sldId id="256" r:id="rId2"/>
    <p:sldId id="257" r:id="rId3"/>
    <p:sldId id="258" r:id="rId4"/>
    <p:sldId id="259" r:id="rId5"/>
    <p:sldId id="260" r:id="rId6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DDA1FB"/>
    <a:srgbClr val="B4C7E7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>
        <p:scale>
          <a:sx n="125" d="100"/>
          <a:sy n="125" d="100"/>
        </p:scale>
        <p:origin x="-30" y="4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1EB33D0-185C-4380-8DA6-9AF9060E860B}" type="datetimeFigureOut">
              <a:rPr lang="en-US" smtClean="0"/>
              <a:t>2/25/2026</a:t>
            </a:fld>
            <a:endParaRPr 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7360639-163A-4450-8FAE-C19D9D8590D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8960494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Sample space</a:t>
            </a: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7360639-163A-4450-8FAE-C19D9D8590D4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8468181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7DF265B-3E9E-CCFB-3703-8723A20FC1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D3A57D9A-0F8A-2EDA-A969-578A3817226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D78662B1-AFDE-57A6-572C-C65592E0671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Sample space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290BC9B-C2ED-B8B4-0DE8-C4963CC0CA0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7360639-163A-4450-8FAE-C19D9D8590D4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49252987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7001654-58DE-700F-E2AC-62D303ECEEA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A75FE36F-808B-2503-EA59-D8F359D51F3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39B5CC7D-5C1E-1347-B838-984271B2637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Sample space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A3DC821-6C00-8263-0369-643DB1F4310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7360639-163A-4450-8FAE-C19D9D8590D4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3670961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5FADF1F-557A-13DD-0E74-7C65F573C17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A3C6C649-994C-F27B-C07B-69840EF4360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  <a:endParaRPr lang="en-US"/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044AD9AF-71A6-686F-4E9C-4221C4F8C5F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6E12A1-65CB-470B-BF0A-B1C5B1B67D68}" type="datetimeFigureOut">
              <a:rPr lang="en-US" smtClean="0"/>
              <a:t>2/25/2026</a:t>
            </a:fld>
            <a:endParaRPr 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1CA64E3E-55CC-536A-862F-6FA87457622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8BF97863-0F2F-FAC0-D3E7-818FF05C05A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288486C-16C7-4F97-AAF1-71B5F4E7EE3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7629614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8E2F5E1-E81D-0203-D588-418CED70370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B6FF2139-ADA9-BE91-31A2-D3E7AAF9957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/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27D83CF0-AC9B-D055-AAB5-4B0D19D422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6E12A1-65CB-470B-BF0A-B1C5B1B67D68}" type="datetimeFigureOut">
              <a:rPr lang="en-US" smtClean="0"/>
              <a:t>2/25/2026</a:t>
            </a:fld>
            <a:endParaRPr 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ED88C7D9-D43D-F97D-6C73-BFE67635596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50D7BE74-2B64-28B0-753C-0843DD55B8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288486C-16C7-4F97-AAF1-71B5F4E7EE3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9824925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F5D5C4F-856E-3459-7F5D-90619FCD7D1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293C6BF6-EA2D-1329-43CA-B94FA3939DC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43C0159F-2556-7E15-22D5-A2B9416AC41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6E12A1-65CB-470B-BF0A-B1C5B1B67D68}" type="datetimeFigureOut">
              <a:rPr lang="en-US" smtClean="0"/>
              <a:t>2/25/2026</a:t>
            </a:fld>
            <a:endParaRPr 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CCD8D0D2-EAC3-F08E-0790-A5CEB9D50F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A381986D-C496-B6BD-9F76-3B1C674414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288486C-16C7-4F97-AAF1-71B5F4E7EE3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3082658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3FC2643-B239-6DFC-EEAE-5DEC16625D0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EC53B8FF-8CB2-AE9A-A528-E4F39E65F34B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/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6E54AE29-FA3F-CAEF-8C1F-466644CA237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/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E676615E-B053-70B4-B5A0-CAD7BBFD0B2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6E12A1-65CB-470B-BF0A-B1C5B1B67D68}" type="datetimeFigureOut">
              <a:rPr lang="en-US" smtClean="0"/>
              <a:t>2/25/2026</a:t>
            </a:fld>
            <a:endParaRPr 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69D5D0BB-44F3-7FCA-D12B-3897156E18D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4E63D7B1-10F0-7BBC-CB46-38239856153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288486C-16C7-4F97-AAF1-71B5F4E7EE3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5510804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726E59B-D884-2458-D377-93C1261D7A3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C7905575-089D-ADDD-3AF0-CD6304B7178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5CF97200-62E6-93B9-7B12-DC83E56152D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/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62B413CB-D2C3-CA0E-CB15-83D389AAE96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606BAA8C-5456-C2E3-44DB-10ABB4045BBF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/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FDE9D4F1-2632-223E-C56C-954CD93846E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6E12A1-65CB-470B-BF0A-B1C5B1B67D68}" type="datetimeFigureOut">
              <a:rPr lang="en-US" smtClean="0"/>
              <a:t>2/25/2026</a:t>
            </a:fld>
            <a:endParaRPr 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800AD286-779C-2147-94B0-82032AC3E1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60F5A8BE-DAEC-C295-C235-00373057B0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288486C-16C7-4F97-AAF1-71B5F4E7EE3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6395630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9C5FF07-A26A-F063-ED6C-C7C107F14DA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DC3EF75E-52E0-3B15-BF88-9F4BBDF0741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6E12A1-65CB-470B-BF0A-B1C5B1B67D68}" type="datetimeFigureOut">
              <a:rPr lang="en-US" smtClean="0"/>
              <a:t>2/25/2026</a:t>
            </a:fld>
            <a:endParaRPr 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5B5E505C-2B01-E3DB-27D3-63A611AB1CB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179DF020-7D43-AE1B-BE23-6C57626E206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288486C-16C7-4F97-AAF1-71B5F4E7EE3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9089596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86DF1088-BB88-D646-85AD-A46C61213AB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6E12A1-65CB-470B-BF0A-B1C5B1B67D68}" type="datetimeFigureOut">
              <a:rPr lang="en-US" smtClean="0"/>
              <a:t>2/25/2026</a:t>
            </a:fld>
            <a:endParaRPr 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340830B8-254C-DB62-0A2D-56C07E7CC26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0B7C34F-F09F-07FC-95A9-D8F21D3BD56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288486C-16C7-4F97-AAF1-71B5F4E7EE3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012177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955DE28-6F19-0762-DF65-BF984C63FDC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FEA241DE-3A50-8810-F190-5017D73F86C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A54678C6-0D41-732F-1671-1F6CDD3EE5C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769B03E2-833B-5FC4-91A6-9B647BBA499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6E12A1-65CB-470B-BF0A-B1C5B1B67D68}" type="datetimeFigureOut">
              <a:rPr lang="en-US" smtClean="0"/>
              <a:t>2/25/2026</a:t>
            </a:fld>
            <a:endParaRPr 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8B0C990A-2021-769C-D8CA-547CC62FE2A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CBD5CFED-A7D3-3B18-2C1C-A12D7E8A7FB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288486C-16C7-4F97-AAF1-71B5F4E7EE3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9709090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9D91360-294B-C6EF-6920-1F411955EAD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186E5DDF-5644-3EA7-0ACF-E20B2BB3A8DD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2E8108F0-7296-A284-EC2D-9D7F6D57A05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8529F3A2-1091-55E5-D5C9-C451BEDC195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6E12A1-65CB-470B-BF0A-B1C5B1B67D68}" type="datetimeFigureOut">
              <a:rPr lang="en-US" smtClean="0"/>
              <a:t>2/25/2026</a:t>
            </a:fld>
            <a:endParaRPr 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D18FEAE6-44F5-BB16-CA0B-C72855CCEE3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98B6DC14-D8A1-2102-909F-AC96651329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288486C-16C7-4F97-AAF1-71B5F4E7EE3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5428701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6B4712F-FB3A-91E6-AD17-B3FA2858838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EFA6FBD1-C603-4AB0-0C12-5A7367DD514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/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50C57985-C521-DC34-73CB-A88E6A2DB67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6E12A1-65CB-470B-BF0A-B1C5B1B67D68}" type="datetimeFigureOut">
              <a:rPr lang="en-US" smtClean="0"/>
              <a:t>2/25/2026</a:t>
            </a:fld>
            <a:endParaRPr 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F7F6CFAE-51C3-1E6B-7B92-FBA4A49A12D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3DA8DCD0-E7C9-C5D3-2286-A6A098B3DF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288486C-16C7-4F97-AAF1-71B5F4E7EE3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0900379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C2E21920-CB21-6039-09D3-0C37DBC78664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AC6D093A-F0DF-36A4-17C5-9CE8CAE1305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/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6DAB4C8E-5270-5A8E-7509-9158BB3DEE2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6E12A1-65CB-470B-BF0A-B1C5B1B67D68}" type="datetimeFigureOut">
              <a:rPr lang="en-US" smtClean="0"/>
              <a:t>2/25/2026</a:t>
            </a:fld>
            <a:endParaRPr 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0FDBF83D-7515-B7D9-2032-07560A37898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782E9CD0-BB5E-E694-520B-5389AE91A16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288486C-16C7-4F97-AAF1-71B5F4E7EE3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362931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BADA0B50-E4ED-908E-4210-03ED1AB2297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66BBE74D-4581-B1DE-C404-AB0FD51D88F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/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D7660A68-C154-D782-1896-BF19F62DAD3A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76E12A1-65CB-470B-BF0A-B1C5B1B67D68}" type="datetimeFigureOut">
              <a:rPr lang="en-US" smtClean="0"/>
              <a:t>2/25/2026</a:t>
            </a:fld>
            <a:endParaRPr 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07319DC5-3FB0-818F-18C7-DA809340156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569BE90D-35A1-FC38-46B6-8FD9959B7DC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288486C-16C7-4F97-AAF1-71B5F4E7EE3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1013723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13" Type="http://schemas.openxmlformats.org/officeDocument/2006/relationships/image" Target="../media/image11.png"/><Relationship Id="rId18" Type="http://schemas.openxmlformats.org/officeDocument/2006/relationships/image" Target="../media/image16.png"/><Relationship Id="rId3" Type="http://schemas.openxmlformats.org/officeDocument/2006/relationships/image" Target="../media/image1.png"/><Relationship Id="rId7" Type="http://schemas.openxmlformats.org/officeDocument/2006/relationships/image" Target="../media/image5.png"/><Relationship Id="rId12" Type="http://schemas.openxmlformats.org/officeDocument/2006/relationships/image" Target="../media/image10.png"/><Relationship Id="rId17" Type="http://schemas.openxmlformats.org/officeDocument/2006/relationships/image" Target="../media/image15.png"/><Relationship Id="rId2" Type="http://schemas.openxmlformats.org/officeDocument/2006/relationships/notesSlide" Target="../notesSlides/notesSlide1.xml"/><Relationship Id="rId16" Type="http://schemas.openxmlformats.org/officeDocument/2006/relationships/image" Target="../media/image14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11" Type="http://schemas.openxmlformats.org/officeDocument/2006/relationships/image" Target="../media/image9.png"/><Relationship Id="rId5" Type="http://schemas.openxmlformats.org/officeDocument/2006/relationships/image" Target="../media/image3.png"/><Relationship Id="rId15" Type="http://schemas.openxmlformats.org/officeDocument/2006/relationships/image" Target="../media/image13.png"/><Relationship Id="rId10" Type="http://schemas.openxmlformats.org/officeDocument/2006/relationships/image" Target="../media/image8.png"/><Relationship Id="rId4" Type="http://schemas.openxmlformats.org/officeDocument/2006/relationships/image" Target="../media/image2.png"/><Relationship Id="rId9" Type="http://schemas.openxmlformats.org/officeDocument/2006/relationships/image" Target="../media/image7.png"/><Relationship Id="rId14" Type="http://schemas.openxmlformats.org/officeDocument/2006/relationships/image" Target="../media/image12.pn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20.png"/><Relationship Id="rId13" Type="http://schemas.openxmlformats.org/officeDocument/2006/relationships/image" Target="../media/image25.png"/><Relationship Id="rId18" Type="http://schemas.openxmlformats.org/officeDocument/2006/relationships/image" Target="../media/image30.png"/><Relationship Id="rId3" Type="http://schemas.openxmlformats.org/officeDocument/2006/relationships/image" Target="../media/image18.png"/><Relationship Id="rId21" Type="http://schemas.openxmlformats.org/officeDocument/2006/relationships/image" Target="../media/image33.png"/><Relationship Id="rId7" Type="http://schemas.openxmlformats.org/officeDocument/2006/relationships/image" Target="../media/image7.png"/><Relationship Id="rId12" Type="http://schemas.openxmlformats.org/officeDocument/2006/relationships/image" Target="../media/image24.png"/><Relationship Id="rId17" Type="http://schemas.openxmlformats.org/officeDocument/2006/relationships/image" Target="../media/image29.png"/><Relationship Id="rId2" Type="http://schemas.openxmlformats.org/officeDocument/2006/relationships/image" Target="../media/image17.png"/><Relationship Id="rId16" Type="http://schemas.openxmlformats.org/officeDocument/2006/relationships/image" Target="../media/image1.gif"/><Relationship Id="rId20" Type="http://schemas.openxmlformats.org/officeDocument/2006/relationships/image" Target="../media/image3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.png"/><Relationship Id="rId11" Type="http://schemas.openxmlformats.org/officeDocument/2006/relationships/image" Target="../media/image23.png"/><Relationship Id="rId5" Type="http://schemas.openxmlformats.org/officeDocument/2006/relationships/image" Target="../media/image19.png"/><Relationship Id="rId15" Type="http://schemas.openxmlformats.org/officeDocument/2006/relationships/image" Target="../media/image27.png"/><Relationship Id="rId10" Type="http://schemas.openxmlformats.org/officeDocument/2006/relationships/image" Target="../media/image22.png"/><Relationship Id="rId19" Type="http://schemas.openxmlformats.org/officeDocument/2006/relationships/image" Target="../media/image31.png"/><Relationship Id="rId4" Type="http://schemas.openxmlformats.org/officeDocument/2006/relationships/image" Target="../media/image13.png"/><Relationship Id="rId9" Type="http://schemas.openxmlformats.org/officeDocument/2006/relationships/image" Target="../media/image21.png"/><Relationship Id="rId14" Type="http://schemas.openxmlformats.org/officeDocument/2006/relationships/image" Target="../media/image26.png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38.png"/><Relationship Id="rId13" Type="http://schemas.openxmlformats.org/officeDocument/2006/relationships/image" Target="../media/image43.png"/><Relationship Id="rId18" Type="http://schemas.openxmlformats.org/officeDocument/2006/relationships/image" Target="../media/image48.png"/><Relationship Id="rId3" Type="http://schemas.openxmlformats.org/officeDocument/2006/relationships/image" Target="../media/image28.png"/><Relationship Id="rId7" Type="http://schemas.openxmlformats.org/officeDocument/2006/relationships/image" Target="../media/image37.png"/><Relationship Id="rId12" Type="http://schemas.openxmlformats.org/officeDocument/2006/relationships/image" Target="../media/image42.png"/><Relationship Id="rId17" Type="http://schemas.openxmlformats.org/officeDocument/2006/relationships/image" Target="../media/image47.png"/><Relationship Id="rId2" Type="http://schemas.openxmlformats.org/officeDocument/2006/relationships/notesSlide" Target="../notesSlides/notesSlide2.xml"/><Relationship Id="rId16" Type="http://schemas.openxmlformats.org/officeDocument/2006/relationships/image" Target="../media/image46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6.png"/><Relationship Id="rId11" Type="http://schemas.openxmlformats.org/officeDocument/2006/relationships/image" Target="../media/image41.png"/><Relationship Id="rId5" Type="http://schemas.openxmlformats.org/officeDocument/2006/relationships/image" Target="../media/image35.png"/><Relationship Id="rId15" Type="http://schemas.openxmlformats.org/officeDocument/2006/relationships/image" Target="../media/image45.png"/><Relationship Id="rId10" Type="http://schemas.openxmlformats.org/officeDocument/2006/relationships/image" Target="../media/image40.png"/><Relationship Id="rId4" Type="http://schemas.openxmlformats.org/officeDocument/2006/relationships/image" Target="../media/image34.png"/><Relationship Id="rId9" Type="http://schemas.openxmlformats.org/officeDocument/2006/relationships/image" Target="../media/image39.png"/><Relationship Id="rId14" Type="http://schemas.openxmlformats.org/officeDocument/2006/relationships/image" Target="../media/image44.pn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54.png"/><Relationship Id="rId13" Type="http://schemas.openxmlformats.org/officeDocument/2006/relationships/image" Target="../media/image59.png"/><Relationship Id="rId18" Type="http://schemas.openxmlformats.org/officeDocument/2006/relationships/image" Target="../media/image64.png"/><Relationship Id="rId26" Type="http://schemas.openxmlformats.org/officeDocument/2006/relationships/image" Target="../media/image72.png"/><Relationship Id="rId3" Type="http://schemas.openxmlformats.org/officeDocument/2006/relationships/image" Target="../media/image49.png"/><Relationship Id="rId21" Type="http://schemas.openxmlformats.org/officeDocument/2006/relationships/image" Target="../media/image67.png"/><Relationship Id="rId7" Type="http://schemas.openxmlformats.org/officeDocument/2006/relationships/image" Target="../media/image53.png"/><Relationship Id="rId12" Type="http://schemas.openxmlformats.org/officeDocument/2006/relationships/image" Target="../media/image58.png"/><Relationship Id="rId17" Type="http://schemas.openxmlformats.org/officeDocument/2006/relationships/image" Target="../media/image63.png"/><Relationship Id="rId25" Type="http://schemas.openxmlformats.org/officeDocument/2006/relationships/image" Target="../media/image71.png"/><Relationship Id="rId2" Type="http://schemas.openxmlformats.org/officeDocument/2006/relationships/notesSlide" Target="../notesSlides/notesSlide3.xml"/><Relationship Id="rId16" Type="http://schemas.openxmlformats.org/officeDocument/2006/relationships/image" Target="../media/image62.png"/><Relationship Id="rId20" Type="http://schemas.openxmlformats.org/officeDocument/2006/relationships/image" Target="../media/image66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2.png"/><Relationship Id="rId11" Type="http://schemas.openxmlformats.org/officeDocument/2006/relationships/image" Target="../media/image57.png"/><Relationship Id="rId24" Type="http://schemas.openxmlformats.org/officeDocument/2006/relationships/image" Target="../media/image70.png"/><Relationship Id="rId5" Type="http://schemas.openxmlformats.org/officeDocument/2006/relationships/image" Target="../media/image51.png"/><Relationship Id="rId15" Type="http://schemas.openxmlformats.org/officeDocument/2006/relationships/image" Target="../media/image61.png"/><Relationship Id="rId23" Type="http://schemas.openxmlformats.org/officeDocument/2006/relationships/image" Target="../media/image69.png"/><Relationship Id="rId10" Type="http://schemas.openxmlformats.org/officeDocument/2006/relationships/image" Target="../media/image56.png"/><Relationship Id="rId19" Type="http://schemas.openxmlformats.org/officeDocument/2006/relationships/image" Target="../media/image65.png"/><Relationship Id="rId4" Type="http://schemas.openxmlformats.org/officeDocument/2006/relationships/image" Target="../media/image50.png"/><Relationship Id="rId9" Type="http://schemas.openxmlformats.org/officeDocument/2006/relationships/image" Target="../media/image55.png"/><Relationship Id="rId14" Type="http://schemas.openxmlformats.org/officeDocument/2006/relationships/image" Target="../media/image60.png"/><Relationship Id="rId22" Type="http://schemas.openxmlformats.org/officeDocument/2006/relationships/image" Target="../media/image68.png"/><Relationship Id="rId27" Type="http://schemas.openxmlformats.org/officeDocument/2006/relationships/image" Target="../media/image7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직선 화살표 연결선 4">
            <a:extLst>
              <a:ext uri="{FF2B5EF4-FFF2-40B4-BE49-F238E27FC236}">
                <a16:creationId xmlns:a16="http://schemas.microsoft.com/office/drawing/2014/main" id="{1B384B29-FBF7-DFCD-74AD-62F308025DAD}"/>
              </a:ext>
            </a:extLst>
          </p:cNvPr>
          <p:cNvCxnSpPr>
            <a:cxnSpLocks/>
          </p:cNvCxnSpPr>
          <p:nvPr/>
        </p:nvCxnSpPr>
        <p:spPr>
          <a:xfrm flipV="1">
            <a:off x="1040405" y="1238250"/>
            <a:ext cx="0" cy="1785995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직선 화살표 연결선 6">
            <a:extLst>
              <a:ext uri="{FF2B5EF4-FFF2-40B4-BE49-F238E27FC236}">
                <a16:creationId xmlns:a16="http://schemas.microsoft.com/office/drawing/2014/main" id="{9C986809-1592-8E3C-9E67-E1E4BC9BE3DA}"/>
              </a:ext>
            </a:extLst>
          </p:cNvPr>
          <p:cNvCxnSpPr>
            <a:cxnSpLocks/>
          </p:cNvCxnSpPr>
          <p:nvPr/>
        </p:nvCxnSpPr>
        <p:spPr>
          <a:xfrm>
            <a:off x="807216" y="2829615"/>
            <a:ext cx="1869309" cy="0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직선 연결선 13">
            <a:extLst>
              <a:ext uri="{FF2B5EF4-FFF2-40B4-BE49-F238E27FC236}">
                <a16:creationId xmlns:a16="http://schemas.microsoft.com/office/drawing/2014/main" id="{5F8E4037-0D92-8241-2F6D-ED6AB34479CD}"/>
              </a:ext>
            </a:extLst>
          </p:cNvPr>
          <p:cNvCxnSpPr/>
          <p:nvPr/>
        </p:nvCxnSpPr>
        <p:spPr>
          <a:xfrm>
            <a:off x="1040405" y="1562100"/>
            <a:ext cx="1274170" cy="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직선 연결선 14">
            <a:extLst>
              <a:ext uri="{FF2B5EF4-FFF2-40B4-BE49-F238E27FC236}">
                <a16:creationId xmlns:a16="http://schemas.microsoft.com/office/drawing/2014/main" id="{AEC20283-E2F5-F9F1-E731-AE52BFC98381}"/>
              </a:ext>
            </a:extLst>
          </p:cNvPr>
          <p:cNvCxnSpPr>
            <a:cxnSpLocks/>
          </p:cNvCxnSpPr>
          <p:nvPr/>
        </p:nvCxnSpPr>
        <p:spPr>
          <a:xfrm>
            <a:off x="2314575" y="1562100"/>
            <a:ext cx="0" cy="1267515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22AE5E39-4DD7-F507-DA0C-203FBD972F83}"/>
                  </a:ext>
                </a:extLst>
              </p:cNvPr>
              <p:cNvSpPr txBox="1"/>
              <p:nvPr/>
            </p:nvSpPr>
            <p:spPr>
              <a:xfrm>
                <a:off x="2433464" y="2762250"/>
                <a:ext cx="476250" cy="37147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 dirty="0" smtClean="0">
                          <a:latin typeface="Cambria Math" panose="02040503050406030204" pitchFamily="18" charset="0"/>
                        </a:rPr>
                        <m:t>𝑥</m:t>
                      </m:r>
                    </m:oMath>
                  </m:oMathPara>
                </a14:m>
                <a:endParaRPr/>
              </a:p>
            </p:txBody>
          </p:sp>
        </mc:Choice>
        <mc:Fallback xmlns="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22AE5E39-4DD7-F507-DA0C-203FBD972F8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433464" y="2762250"/>
                <a:ext cx="476250" cy="371475"/>
              </a:xfrm>
              <a:prstGeom prst="rect">
                <a:avLst/>
              </a:prstGeom>
              <a:blipFill>
                <a:blip r:embed="rId3"/>
                <a:stretch>
                  <a:fillRect t="-9836" r="-3846" b="-2295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69F386D1-8762-3036-6E82-60D922372D88}"/>
                  </a:ext>
                </a:extLst>
              </p:cNvPr>
              <p:cNvSpPr txBox="1"/>
              <p:nvPr/>
            </p:nvSpPr>
            <p:spPr>
              <a:xfrm>
                <a:off x="692916" y="1028700"/>
                <a:ext cx="476250" cy="37147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dirty="0" smtClean="0">
                          <a:latin typeface="Cambria Math" panose="02040503050406030204" pitchFamily="18" charset="0"/>
                        </a:rPr>
                        <m:t>𝑦</m:t>
                      </m:r>
                    </m:oMath>
                  </m:oMathPara>
                </a14:m>
                <a:endParaRPr/>
              </a:p>
            </p:txBody>
          </p:sp>
        </mc:Choice>
        <mc:Fallback xmlns="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69F386D1-8762-3036-6E82-60D922372D8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92916" y="1028700"/>
                <a:ext cx="476250" cy="371475"/>
              </a:xfrm>
              <a:prstGeom prst="rect">
                <a:avLst/>
              </a:prstGeom>
              <a:blipFill>
                <a:blip r:embed="rId4"/>
                <a:stretch>
                  <a:fillRect t="-11475" r="-3846" b="-2295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00D5E94E-E0AD-C210-E75D-848E94D73863}"/>
                  </a:ext>
                </a:extLst>
              </p:cNvPr>
              <p:cNvSpPr txBox="1"/>
              <p:nvPr/>
            </p:nvSpPr>
            <p:spPr>
              <a:xfrm>
                <a:off x="654762" y="1415260"/>
                <a:ext cx="476250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400" b="0" i="1" dirty="0" smtClean="0">
                          <a:latin typeface="Cambria Math" panose="02040503050406030204" pitchFamily="18" charset="0"/>
                        </a:rPr>
                        <m:t>1</m:t>
                      </m:r>
                    </m:oMath>
                  </m:oMathPara>
                </a14:m>
                <a:endParaRPr/>
              </a:p>
            </p:txBody>
          </p:sp>
        </mc:Choice>
        <mc:Fallback xmlns="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00D5E94E-E0AD-C210-E75D-848E94D7386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4762" y="1415260"/>
                <a:ext cx="476250" cy="307777"/>
              </a:xfrm>
              <a:prstGeom prst="rect">
                <a:avLst/>
              </a:prstGeom>
              <a:blipFill>
                <a:blip r:embed="rId5"/>
                <a:stretch>
                  <a:fillRect t="-5882" b="-1764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7E50B2ED-61F9-700B-BA61-E2EC4F0B5E31}"/>
                  </a:ext>
                </a:extLst>
              </p:cNvPr>
              <p:cNvSpPr txBox="1"/>
              <p:nvPr/>
            </p:nvSpPr>
            <p:spPr>
              <a:xfrm>
                <a:off x="2076450" y="2829615"/>
                <a:ext cx="476250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400" b="0" i="1" dirty="0" smtClean="0">
                          <a:latin typeface="Cambria Math" panose="02040503050406030204" pitchFamily="18" charset="0"/>
                        </a:rPr>
                        <m:t>1</m:t>
                      </m:r>
                    </m:oMath>
                  </m:oMathPara>
                </a14:m>
                <a:endParaRPr/>
              </a:p>
            </p:txBody>
          </p:sp>
        </mc:Choice>
        <mc:Fallback xmlns="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7E50B2ED-61F9-700B-BA61-E2EC4F0B5E3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076450" y="2829615"/>
                <a:ext cx="476250" cy="307777"/>
              </a:xfrm>
              <a:prstGeom prst="rect">
                <a:avLst/>
              </a:prstGeom>
              <a:blipFill>
                <a:blip r:embed="rId6"/>
                <a:stretch>
                  <a:fillRect t="-5882" b="-1764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3" name="직사각형 22">
            <a:extLst>
              <a:ext uri="{FF2B5EF4-FFF2-40B4-BE49-F238E27FC236}">
                <a16:creationId xmlns:a16="http://schemas.microsoft.com/office/drawing/2014/main" id="{87619324-69B6-0DF5-49DA-31FCDE3E8A95}"/>
              </a:ext>
            </a:extLst>
          </p:cNvPr>
          <p:cNvSpPr/>
          <p:nvPr/>
        </p:nvSpPr>
        <p:spPr>
          <a:xfrm>
            <a:off x="1050296" y="1590676"/>
            <a:ext cx="1259344" cy="1200837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aphicFrame>
        <p:nvGraphicFramePr>
          <p:cNvPr id="24" name="표 23">
            <a:extLst>
              <a:ext uri="{FF2B5EF4-FFF2-40B4-BE49-F238E27FC236}">
                <a16:creationId xmlns:a16="http://schemas.microsoft.com/office/drawing/2014/main" id="{42B4F6C8-C60B-1976-54E8-649255C7DF1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5700930"/>
              </p:ext>
            </p:extLst>
          </p:nvPr>
        </p:nvGraphicFramePr>
        <p:xfrm>
          <a:off x="5848349" y="1172189"/>
          <a:ext cx="2000252" cy="198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00063">
                  <a:extLst>
                    <a:ext uri="{9D8B030D-6E8A-4147-A177-3AD203B41FA5}">
                      <a16:colId xmlns:a16="http://schemas.microsoft.com/office/drawing/2014/main" val="2859339397"/>
                    </a:ext>
                  </a:extLst>
                </a:gridCol>
                <a:gridCol w="500063">
                  <a:extLst>
                    <a:ext uri="{9D8B030D-6E8A-4147-A177-3AD203B41FA5}">
                      <a16:colId xmlns:a16="http://schemas.microsoft.com/office/drawing/2014/main" val="3235844781"/>
                    </a:ext>
                  </a:extLst>
                </a:gridCol>
                <a:gridCol w="500063">
                  <a:extLst>
                    <a:ext uri="{9D8B030D-6E8A-4147-A177-3AD203B41FA5}">
                      <a16:colId xmlns:a16="http://schemas.microsoft.com/office/drawing/2014/main" val="2785058071"/>
                    </a:ext>
                  </a:extLst>
                </a:gridCol>
                <a:gridCol w="500063">
                  <a:extLst>
                    <a:ext uri="{9D8B030D-6E8A-4147-A177-3AD203B41FA5}">
                      <a16:colId xmlns:a16="http://schemas.microsoft.com/office/drawing/2014/main" val="920543562"/>
                    </a:ext>
                  </a:extLst>
                </a:gridCol>
              </a:tblGrid>
              <a:tr h="496490">
                <a:tc>
                  <a:txBody>
                    <a:bodyPr/>
                    <a:lstStyle/>
                    <a:p>
                      <a:pPr algn="ctr"/>
                      <a:r>
                        <a:rPr lang="en-US" b="0" dirty="0">
                          <a:solidFill>
                            <a:schemeClr val="tx1"/>
                          </a:solidFill>
                        </a:rPr>
                        <a:t>1,4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0" dirty="0">
                          <a:solidFill>
                            <a:schemeClr val="tx1"/>
                          </a:solidFill>
                        </a:rPr>
                        <a:t>2,4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0" dirty="0">
                          <a:solidFill>
                            <a:schemeClr val="tx1"/>
                          </a:solidFill>
                        </a:rPr>
                        <a:t>3,4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0" dirty="0">
                          <a:solidFill>
                            <a:schemeClr val="tx1"/>
                          </a:solidFill>
                        </a:rPr>
                        <a:t>4,4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815277642"/>
                  </a:ext>
                </a:extLst>
              </a:tr>
              <a:tr h="496490">
                <a:tc>
                  <a:txBody>
                    <a:bodyPr/>
                    <a:lstStyle/>
                    <a:p>
                      <a:pPr algn="ctr"/>
                      <a:r>
                        <a:rPr lang="en-US" b="0" dirty="0">
                          <a:solidFill>
                            <a:schemeClr val="tx1"/>
                          </a:solidFill>
                        </a:rPr>
                        <a:t>1,3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0" dirty="0">
                          <a:solidFill>
                            <a:srgbClr val="FF0000"/>
                          </a:solidFill>
                        </a:rPr>
                        <a:t>2,3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0" dirty="0">
                          <a:solidFill>
                            <a:schemeClr val="tx1"/>
                          </a:solidFill>
                        </a:rPr>
                        <a:t>3,3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0" dirty="0">
                          <a:solidFill>
                            <a:schemeClr val="tx1"/>
                          </a:solidFill>
                        </a:rPr>
                        <a:t>4,3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877946960"/>
                  </a:ext>
                </a:extLst>
              </a:tr>
              <a:tr h="496490">
                <a:tc>
                  <a:txBody>
                    <a:bodyPr/>
                    <a:lstStyle/>
                    <a:p>
                      <a:pPr algn="ctr"/>
                      <a:r>
                        <a:rPr lang="en-US" b="0" dirty="0">
                          <a:solidFill>
                            <a:schemeClr val="tx1"/>
                          </a:solidFill>
                        </a:rPr>
                        <a:t>1,2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0" dirty="0">
                          <a:solidFill>
                            <a:schemeClr val="tx1"/>
                          </a:solidFill>
                        </a:rPr>
                        <a:t>2,2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0" dirty="0">
                          <a:solidFill>
                            <a:srgbClr val="FF0000"/>
                          </a:solidFill>
                        </a:rPr>
                        <a:t>3,2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0" dirty="0">
                          <a:solidFill>
                            <a:schemeClr val="tx1"/>
                          </a:solidFill>
                        </a:rPr>
                        <a:t>4,2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0584525"/>
                  </a:ext>
                </a:extLst>
              </a:tr>
              <a:tr h="496490">
                <a:tc>
                  <a:txBody>
                    <a:bodyPr/>
                    <a:lstStyle/>
                    <a:p>
                      <a:pPr algn="ctr"/>
                      <a:r>
                        <a:rPr lang="en-US" b="0" dirty="0">
                          <a:solidFill>
                            <a:schemeClr val="tx1"/>
                          </a:solidFill>
                        </a:rPr>
                        <a:t>1,1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0" dirty="0">
                          <a:solidFill>
                            <a:schemeClr val="tx1"/>
                          </a:solidFill>
                        </a:rPr>
                        <a:t>2,1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0" dirty="0">
                          <a:solidFill>
                            <a:schemeClr val="tx1"/>
                          </a:solidFill>
                        </a:rPr>
                        <a:t>3,1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0" dirty="0">
                          <a:solidFill>
                            <a:schemeClr val="tx1"/>
                          </a:solidFill>
                        </a:rPr>
                        <a:t>4,1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62431636"/>
                  </a:ext>
                </a:extLst>
              </a:tr>
            </a:tbl>
          </a:graphicData>
        </a:graphic>
      </p:graphicFrame>
      <mc:AlternateContent xmlns:mc="http://schemas.openxmlformats.org/markup-compatibility/2006" xmlns:a14="http://schemas.microsoft.com/office/drawing/2010/main">
        <mc:Choice Requires="a14"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701D7460-E315-A5A3-D952-A67450795472}"/>
                  </a:ext>
                </a:extLst>
              </p:cNvPr>
              <p:cNvSpPr txBox="1"/>
              <p:nvPr/>
            </p:nvSpPr>
            <p:spPr>
              <a:xfrm>
                <a:off x="6343650" y="3202328"/>
                <a:ext cx="504825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400" b="0" i="1" dirty="0" smtClean="0">
                          <a:latin typeface="Cambria Math" panose="02040503050406030204" pitchFamily="18" charset="0"/>
                        </a:rPr>
                        <m:t>2</m:t>
                      </m:r>
                    </m:oMath>
                  </m:oMathPara>
                </a14:m>
                <a:endParaRPr/>
              </a:p>
            </p:txBody>
          </p:sp>
        </mc:Choice>
        <mc:Fallback xmlns=""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701D7460-E315-A5A3-D952-A6745079547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343650" y="3202328"/>
                <a:ext cx="504825" cy="307777"/>
              </a:xfrm>
              <a:prstGeom prst="rect">
                <a:avLst/>
              </a:prstGeom>
              <a:blipFill>
                <a:blip r:embed="rId7"/>
                <a:stretch>
                  <a:fillRect t="-3922" b="-1764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9314DBE9-55CF-608C-F650-B463663D909C}"/>
                  </a:ext>
                </a:extLst>
              </p:cNvPr>
              <p:cNvSpPr txBox="1"/>
              <p:nvPr/>
            </p:nvSpPr>
            <p:spPr>
              <a:xfrm>
                <a:off x="5843587" y="3202328"/>
                <a:ext cx="504825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400" b="0" i="1" dirty="0" smtClean="0">
                          <a:latin typeface="Cambria Math" panose="02040503050406030204" pitchFamily="18" charset="0"/>
                        </a:rPr>
                        <m:t>1</m:t>
                      </m:r>
                    </m:oMath>
                  </m:oMathPara>
                </a14:m>
                <a:endParaRPr/>
              </a:p>
            </p:txBody>
          </p:sp>
        </mc:Choice>
        <mc:Fallback xmlns=""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9314DBE9-55CF-608C-F650-B463663D909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843587" y="3202328"/>
                <a:ext cx="504825" cy="307777"/>
              </a:xfrm>
              <a:prstGeom prst="rect">
                <a:avLst/>
              </a:prstGeom>
              <a:blipFill>
                <a:blip r:embed="rId8"/>
                <a:stretch>
                  <a:fillRect t="-3922" b="-1764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9" name="TextBox 28">
                <a:extLst>
                  <a:ext uri="{FF2B5EF4-FFF2-40B4-BE49-F238E27FC236}">
                    <a16:creationId xmlns:a16="http://schemas.microsoft.com/office/drawing/2014/main" id="{949BF397-B719-85EC-EAF3-F4DC47BA94E1}"/>
                  </a:ext>
                </a:extLst>
              </p:cNvPr>
              <p:cNvSpPr txBox="1"/>
              <p:nvPr/>
            </p:nvSpPr>
            <p:spPr>
              <a:xfrm>
                <a:off x="6853237" y="3202328"/>
                <a:ext cx="504825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400" i="1" dirty="0">
                          <a:latin typeface="Cambria Math" panose="02040503050406030204" pitchFamily="18" charset="0"/>
                        </a:rPr>
                        <m:t>3</m:t>
                      </m:r>
                    </m:oMath>
                  </m:oMathPara>
                </a14:m>
                <a:endParaRPr/>
              </a:p>
            </p:txBody>
          </p:sp>
        </mc:Choice>
        <mc:Fallback xmlns="">
          <p:sp>
            <p:nvSpPr>
              <p:cNvPr id="29" name="TextBox 28">
                <a:extLst>
                  <a:ext uri="{FF2B5EF4-FFF2-40B4-BE49-F238E27FC236}">
                    <a16:creationId xmlns:a16="http://schemas.microsoft.com/office/drawing/2014/main" id="{949BF397-B719-85EC-EAF3-F4DC47BA94E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853237" y="3202328"/>
                <a:ext cx="504825" cy="307777"/>
              </a:xfrm>
              <a:prstGeom prst="rect">
                <a:avLst/>
              </a:prstGeom>
              <a:blipFill>
                <a:blip r:embed="rId9"/>
                <a:stretch>
                  <a:fillRect t="-3922" b="-1764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0" name="TextBox 29">
                <a:extLst>
                  <a:ext uri="{FF2B5EF4-FFF2-40B4-BE49-F238E27FC236}">
                    <a16:creationId xmlns:a16="http://schemas.microsoft.com/office/drawing/2014/main" id="{D12A6CEE-CB5B-98C0-B057-AC7397A49A90}"/>
                  </a:ext>
                </a:extLst>
              </p:cNvPr>
              <p:cNvSpPr txBox="1"/>
              <p:nvPr/>
            </p:nvSpPr>
            <p:spPr>
              <a:xfrm>
                <a:off x="7346157" y="3202328"/>
                <a:ext cx="504825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400" i="1" dirty="0">
                          <a:latin typeface="Cambria Math" panose="02040503050406030204" pitchFamily="18" charset="0"/>
                        </a:rPr>
                        <m:t>4</m:t>
                      </m:r>
                    </m:oMath>
                  </m:oMathPara>
                </a14:m>
                <a:endParaRPr/>
              </a:p>
            </p:txBody>
          </p:sp>
        </mc:Choice>
        <mc:Fallback xmlns="">
          <p:sp>
            <p:nvSpPr>
              <p:cNvPr id="30" name="TextBox 29">
                <a:extLst>
                  <a:ext uri="{FF2B5EF4-FFF2-40B4-BE49-F238E27FC236}">
                    <a16:creationId xmlns:a16="http://schemas.microsoft.com/office/drawing/2014/main" id="{D12A6CEE-CB5B-98C0-B057-AC7397A49A9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346157" y="3202328"/>
                <a:ext cx="504825" cy="307777"/>
              </a:xfrm>
              <a:prstGeom prst="rect">
                <a:avLst/>
              </a:prstGeom>
              <a:blipFill>
                <a:blip r:embed="rId10"/>
                <a:stretch>
                  <a:fillRect t="-3922" b="-1764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1" name="TextBox 30">
                <a:extLst>
                  <a:ext uri="{FF2B5EF4-FFF2-40B4-BE49-F238E27FC236}">
                    <a16:creationId xmlns:a16="http://schemas.microsoft.com/office/drawing/2014/main" id="{4ED8A453-08F2-EB65-D3AC-DDB7815E8F33}"/>
                  </a:ext>
                </a:extLst>
              </p:cNvPr>
              <p:cNvSpPr txBox="1"/>
              <p:nvPr/>
            </p:nvSpPr>
            <p:spPr>
              <a:xfrm>
                <a:off x="5362747" y="2751850"/>
                <a:ext cx="504825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400" b="0" i="1" dirty="0" smtClean="0">
                          <a:latin typeface="Cambria Math" panose="02040503050406030204" pitchFamily="18" charset="0"/>
                        </a:rPr>
                        <m:t>1</m:t>
                      </m:r>
                    </m:oMath>
                  </m:oMathPara>
                </a14:m>
                <a:endParaRPr/>
              </a:p>
            </p:txBody>
          </p:sp>
        </mc:Choice>
        <mc:Fallback xmlns="">
          <p:sp>
            <p:nvSpPr>
              <p:cNvPr id="31" name="TextBox 30">
                <a:extLst>
                  <a:ext uri="{FF2B5EF4-FFF2-40B4-BE49-F238E27FC236}">
                    <a16:creationId xmlns:a16="http://schemas.microsoft.com/office/drawing/2014/main" id="{4ED8A453-08F2-EB65-D3AC-DDB7815E8F3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362747" y="2751850"/>
                <a:ext cx="504825" cy="307777"/>
              </a:xfrm>
              <a:prstGeom prst="rect">
                <a:avLst/>
              </a:prstGeom>
              <a:blipFill>
                <a:blip r:embed="rId11"/>
                <a:stretch>
                  <a:fillRect t="-3922" b="-1764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2" name="TextBox 31">
                <a:extLst>
                  <a:ext uri="{FF2B5EF4-FFF2-40B4-BE49-F238E27FC236}">
                    <a16:creationId xmlns:a16="http://schemas.microsoft.com/office/drawing/2014/main" id="{19EBE203-7AAE-D79F-3446-B5267B83DB26}"/>
                  </a:ext>
                </a:extLst>
              </p:cNvPr>
              <p:cNvSpPr txBox="1"/>
              <p:nvPr/>
            </p:nvSpPr>
            <p:spPr>
              <a:xfrm>
                <a:off x="5362747" y="1265853"/>
                <a:ext cx="504825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400" i="1" dirty="0">
                          <a:latin typeface="Cambria Math" panose="02040503050406030204" pitchFamily="18" charset="0"/>
                        </a:rPr>
                        <m:t>4</m:t>
                      </m:r>
                    </m:oMath>
                  </m:oMathPara>
                </a14:m>
                <a:endParaRPr/>
              </a:p>
            </p:txBody>
          </p:sp>
        </mc:Choice>
        <mc:Fallback xmlns="">
          <p:sp>
            <p:nvSpPr>
              <p:cNvPr id="32" name="TextBox 31">
                <a:extLst>
                  <a:ext uri="{FF2B5EF4-FFF2-40B4-BE49-F238E27FC236}">
                    <a16:creationId xmlns:a16="http://schemas.microsoft.com/office/drawing/2014/main" id="{19EBE203-7AAE-D79F-3446-B5267B83DB2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362747" y="1265853"/>
                <a:ext cx="504825" cy="307777"/>
              </a:xfrm>
              <a:prstGeom prst="rect">
                <a:avLst/>
              </a:prstGeom>
              <a:blipFill>
                <a:blip r:embed="rId10"/>
                <a:stretch>
                  <a:fillRect t="-6000" b="-18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3" name="TextBox 32">
                <a:extLst>
                  <a:ext uri="{FF2B5EF4-FFF2-40B4-BE49-F238E27FC236}">
                    <a16:creationId xmlns:a16="http://schemas.microsoft.com/office/drawing/2014/main" id="{1943E303-8234-6507-9EBD-5426E89518AC}"/>
                  </a:ext>
                </a:extLst>
              </p:cNvPr>
              <p:cNvSpPr txBox="1"/>
              <p:nvPr/>
            </p:nvSpPr>
            <p:spPr>
              <a:xfrm>
                <a:off x="5362747" y="1771698"/>
                <a:ext cx="504825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400" i="1" dirty="0">
                          <a:latin typeface="Cambria Math" panose="02040503050406030204" pitchFamily="18" charset="0"/>
                        </a:rPr>
                        <m:t>3</m:t>
                      </m:r>
                    </m:oMath>
                  </m:oMathPara>
                </a14:m>
                <a:endParaRPr/>
              </a:p>
            </p:txBody>
          </p:sp>
        </mc:Choice>
        <mc:Fallback xmlns="">
          <p:sp>
            <p:nvSpPr>
              <p:cNvPr id="33" name="TextBox 32">
                <a:extLst>
                  <a:ext uri="{FF2B5EF4-FFF2-40B4-BE49-F238E27FC236}">
                    <a16:creationId xmlns:a16="http://schemas.microsoft.com/office/drawing/2014/main" id="{1943E303-8234-6507-9EBD-5426E89518A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362747" y="1771698"/>
                <a:ext cx="504825" cy="307777"/>
              </a:xfrm>
              <a:prstGeom prst="rect">
                <a:avLst/>
              </a:prstGeom>
              <a:blipFill>
                <a:blip r:embed="rId9"/>
                <a:stretch>
                  <a:fillRect t="-6000" b="-18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4" name="TextBox 33">
                <a:extLst>
                  <a:ext uri="{FF2B5EF4-FFF2-40B4-BE49-F238E27FC236}">
                    <a16:creationId xmlns:a16="http://schemas.microsoft.com/office/drawing/2014/main" id="{9825BA25-DFCF-C87F-6E7F-E71A6AD7C767}"/>
                  </a:ext>
                </a:extLst>
              </p:cNvPr>
              <p:cNvSpPr txBox="1"/>
              <p:nvPr/>
            </p:nvSpPr>
            <p:spPr>
              <a:xfrm>
                <a:off x="5362747" y="2246005"/>
                <a:ext cx="504825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400" b="0" i="1" dirty="0" smtClean="0">
                          <a:latin typeface="Cambria Math" panose="02040503050406030204" pitchFamily="18" charset="0"/>
                        </a:rPr>
                        <m:t>2</m:t>
                      </m:r>
                    </m:oMath>
                  </m:oMathPara>
                </a14:m>
                <a:endParaRPr/>
              </a:p>
            </p:txBody>
          </p:sp>
        </mc:Choice>
        <mc:Fallback xmlns="">
          <p:sp>
            <p:nvSpPr>
              <p:cNvPr id="34" name="TextBox 33">
                <a:extLst>
                  <a:ext uri="{FF2B5EF4-FFF2-40B4-BE49-F238E27FC236}">
                    <a16:creationId xmlns:a16="http://schemas.microsoft.com/office/drawing/2014/main" id="{9825BA25-DFCF-C87F-6E7F-E71A6AD7C76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362747" y="2246005"/>
                <a:ext cx="504825" cy="307777"/>
              </a:xfrm>
              <a:prstGeom prst="rect">
                <a:avLst/>
              </a:prstGeom>
              <a:blipFill>
                <a:blip r:embed="rId12"/>
                <a:stretch>
                  <a:fillRect t="-3922" b="-1764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5" name="TextBox 34">
                <a:extLst>
                  <a:ext uri="{FF2B5EF4-FFF2-40B4-BE49-F238E27FC236}">
                    <a16:creationId xmlns:a16="http://schemas.microsoft.com/office/drawing/2014/main" id="{547770D2-1245-B562-336A-8A0E0CF6E55B}"/>
                  </a:ext>
                </a:extLst>
              </p:cNvPr>
              <p:cNvSpPr txBox="1"/>
              <p:nvPr/>
            </p:nvSpPr>
            <p:spPr>
              <a:xfrm>
                <a:off x="6092428" y="3510105"/>
                <a:ext cx="721519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400" b="0" i="1" dirty="0" smtClean="0">
                          <a:latin typeface="Cambria Math" panose="02040503050406030204" pitchFamily="18" charset="0"/>
                        </a:rPr>
                        <m:t>𝑋</m:t>
                      </m:r>
                      <m:r>
                        <a:rPr lang="en-US" sz="1400" b="0" i="1" dirty="0" smtClean="0">
                          <a:latin typeface="Cambria Math" panose="02040503050406030204" pitchFamily="18" charset="0"/>
                        </a:rPr>
                        <m:t>=</m:t>
                      </m:r>
                    </m:oMath>
                  </m:oMathPara>
                </a14:m>
                <a:endParaRPr/>
              </a:p>
            </p:txBody>
          </p:sp>
        </mc:Choice>
        <mc:Fallback xmlns="">
          <p:sp>
            <p:nvSpPr>
              <p:cNvPr id="35" name="TextBox 34">
                <a:extLst>
                  <a:ext uri="{FF2B5EF4-FFF2-40B4-BE49-F238E27FC236}">
                    <a16:creationId xmlns:a16="http://schemas.microsoft.com/office/drawing/2014/main" id="{547770D2-1245-B562-336A-8A0E0CF6E55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92428" y="3510105"/>
                <a:ext cx="721519" cy="307777"/>
              </a:xfrm>
              <a:prstGeom prst="rect">
                <a:avLst/>
              </a:prstGeom>
              <a:blipFill>
                <a:blip r:embed="rId13"/>
                <a:stretch>
                  <a:fillRect t="-6000" b="-18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6" name="TextBox 35">
            <a:extLst>
              <a:ext uri="{FF2B5EF4-FFF2-40B4-BE49-F238E27FC236}">
                <a16:creationId xmlns:a16="http://schemas.microsoft.com/office/drawing/2014/main" id="{0CB6AECC-7738-3C77-7D72-347E3F9F54FB}"/>
              </a:ext>
            </a:extLst>
          </p:cNvPr>
          <p:cNvSpPr txBox="1"/>
          <p:nvPr/>
        </p:nvSpPr>
        <p:spPr>
          <a:xfrm>
            <a:off x="6584156" y="3510105"/>
            <a:ext cx="96916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Georgia" panose="02040502050405020303" pitchFamily="18" charset="0"/>
              </a:rPr>
              <a:t>First roll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8" name="TextBox 37">
                <a:extLst>
                  <a:ext uri="{FF2B5EF4-FFF2-40B4-BE49-F238E27FC236}">
                    <a16:creationId xmlns:a16="http://schemas.microsoft.com/office/drawing/2014/main" id="{0E782AD0-0B76-D44B-77DD-94F0A49B0F24}"/>
                  </a:ext>
                </a:extLst>
              </p:cNvPr>
              <p:cNvSpPr txBox="1"/>
              <p:nvPr/>
            </p:nvSpPr>
            <p:spPr>
              <a:xfrm>
                <a:off x="4613498" y="1911787"/>
                <a:ext cx="721519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400" b="0" i="1" dirty="0" smtClean="0">
                          <a:latin typeface="Cambria Math" panose="02040503050406030204" pitchFamily="18" charset="0"/>
                        </a:rPr>
                        <m:t>𝑌</m:t>
                      </m:r>
                      <m:r>
                        <a:rPr lang="en-US" sz="1400" b="0" i="1" dirty="0" smtClean="0">
                          <a:latin typeface="Cambria Math" panose="02040503050406030204" pitchFamily="18" charset="0"/>
                        </a:rPr>
                        <m:t>=</m:t>
                      </m:r>
                    </m:oMath>
                  </m:oMathPara>
                </a14:m>
                <a:endParaRPr/>
              </a:p>
            </p:txBody>
          </p:sp>
        </mc:Choice>
        <mc:Fallback xmlns="">
          <p:sp>
            <p:nvSpPr>
              <p:cNvPr id="38" name="TextBox 37">
                <a:extLst>
                  <a:ext uri="{FF2B5EF4-FFF2-40B4-BE49-F238E27FC236}">
                    <a16:creationId xmlns:a16="http://schemas.microsoft.com/office/drawing/2014/main" id="{0E782AD0-0B76-D44B-77DD-94F0A49B0F2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613498" y="1911787"/>
                <a:ext cx="721519" cy="307777"/>
              </a:xfrm>
              <a:prstGeom prst="rect">
                <a:avLst/>
              </a:prstGeom>
              <a:blipFill>
                <a:blip r:embed="rId14"/>
                <a:stretch>
                  <a:fillRect t="-6000" b="-18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9" name="TextBox 38">
            <a:extLst>
              <a:ext uri="{FF2B5EF4-FFF2-40B4-BE49-F238E27FC236}">
                <a16:creationId xmlns:a16="http://schemas.microsoft.com/office/drawing/2014/main" id="{BA66D1E4-6771-430B-BA3B-6DE6C81B4C77}"/>
              </a:ext>
            </a:extLst>
          </p:cNvPr>
          <p:cNvSpPr txBox="1"/>
          <p:nvPr/>
        </p:nvSpPr>
        <p:spPr>
          <a:xfrm>
            <a:off x="4458716" y="2097346"/>
            <a:ext cx="114657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Georgia" panose="02040502050405020303" pitchFamily="18" charset="0"/>
              </a:rPr>
              <a:t>Second roll</a:t>
            </a:r>
          </a:p>
        </p:txBody>
      </p:sp>
      <p:cxnSp>
        <p:nvCxnSpPr>
          <p:cNvPr id="41" name="직선 연결선 40">
            <a:extLst>
              <a:ext uri="{FF2B5EF4-FFF2-40B4-BE49-F238E27FC236}">
                <a16:creationId xmlns:a16="http://schemas.microsoft.com/office/drawing/2014/main" id="{A2ABE397-A958-EF0D-BDE3-A74B2477C012}"/>
              </a:ext>
            </a:extLst>
          </p:cNvPr>
          <p:cNvCxnSpPr>
            <a:cxnSpLocks/>
          </p:cNvCxnSpPr>
          <p:nvPr/>
        </p:nvCxnSpPr>
        <p:spPr>
          <a:xfrm flipV="1">
            <a:off x="8533392" y="1529514"/>
            <a:ext cx="845371" cy="992947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직선 연결선 41">
            <a:extLst>
              <a:ext uri="{FF2B5EF4-FFF2-40B4-BE49-F238E27FC236}">
                <a16:creationId xmlns:a16="http://schemas.microsoft.com/office/drawing/2014/main" id="{DF2BE225-13C3-D476-4F5B-212A798F8E15}"/>
              </a:ext>
            </a:extLst>
          </p:cNvPr>
          <p:cNvCxnSpPr>
            <a:cxnSpLocks/>
          </p:cNvCxnSpPr>
          <p:nvPr/>
        </p:nvCxnSpPr>
        <p:spPr>
          <a:xfrm flipV="1">
            <a:off x="8533392" y="1957245"/>
            <a:ext cx="838200" cy="565216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직선 연결선 46">
            <a:extLst>
              <a:ext uri="{FF2B5EF4-FFF2-40B4-BE49-F238E27FC236}">
                <a16:creationId xmlns:a16="http://schemas.microsoft.com/office/drawing/2014/main" id="{9B82BEED-0147-98D7-1D1E-CB943EEE3A2A}"/>
              </a:ext>
            </a:extLst>
          </p:cNvPr>
          <p:cNvCxnSpPr>
            <a:cxnSpLocks/>
          </p:cNvCxnSpPr>
          <p:nvPr/>
        </p:nvCxnSpPr>
        <p:spPr>
          <a:xfrm>
            <a:off x="8533392" y="2522461"/>
            <a:ext cx="759647" cy="422378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" name="직선 연결선 49">
            <a:extLst>
              <a:ext uri="{FF2B5EF4-FFF2-40B4-BE49-F238E27FC236}">
                <a16:creationId xmlns:a16="http://schemas.microsoft.com/office/drawing/2014/main" id="{1A2E9D29-03D0-ED34-1F74-14868D657DE7}"/>
              </a:ext>
            </a:extLst>
          </p:cNvPr>
          <p:cNvCxnSpPr>
            <a:cxnSpLocks/>
          </p:cNvCxnSpPr>
          <p:nvPr/>
        </p:nvCxnSpPr>
        <p:spPr>
          <a:xfrm>
            <a:off x="8533392" y="2527222"/>
            <a:ext cx="879899" cy="1259339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4" name="직선 연결선 53">
            <a:extLst>
              <a:ext uri="{FF2B5EF4-FFF2-40B4-BE49-F238E27FC236}">
                <a16:creationId xmlns:a16="http://schemas.microsoft.com/office/drawing/2014/main" id="{9AE17B74-FADE-90F4-64CD-74EA81B7C5C5}"/>
              </a:ext>
            </a:extLst>
          </p:cNvPr>
          <p:cNvCxnSpPr>
            <a:cxnSpLocks/>
            <a:endCxn id="58" idx="1"/>
          </p:cNvCxnSpPr>
          <p:nvPr/>
        </p:nvCxnSpPr>
        <p:spPr>
          <a:xfrm>
            <a:off x="9371592" y="1957589"/>
            <a:ext cx="600075" cy="325425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8" name="TextBox 57">
            <a:extLst>
              <a:ext uri="{FF2B5EF4-FFF2-40B4-BE49-F238E27FC236}">
                <a16:creationId xmlns:a16="http://schemas.microsoft.com/office/drawing/2014/main" id="{A63D2C5F-2710-156D-C782-B0218A8C54FF}"/>
              </a:ext>
            </a:extLst>
          </p:cNvPr>
          <p:cNvSpPr txBox="1"/>
          <p:nvPr/>
        </p:nvSpPr>
        <p:spPr>
          <a:xfrm>
            <a:off x="9971667" y="2129125"/>
            <a:ext cx="96916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b="0" dirty="0">
                <a:solidFill>
                  <a:srgbClr val="FF0000"/>
                </a:solidFill>
              </a:rPr>
              <a:t>2,3</a:t>
            </a:r>
          </a:p>
        </p:txBody>
      </p:sp>
      <p:cxnSp>
        <p:nvCxnSpPr>
          <p:cNvPr id="59" name="직선 연결선 58">
            <a:extLst>
              <a:ext uri="{FF2B5EF4-FFF2-40B4-BE49-F238E27FC236}">
                <a16:creationId xmlns:a16="http://schemas.microsoft.com/office/drawing/2014/main" id="{78161361-BBE5-CCD4-40C0-DC3D538E56EE}"/>
              </a:ext>
            </a:extLst>
          </p:cNvPr>
          <p:cNvCxnSpPr>
            <a:cxnSpLocks/>
            <a:stCxn id="99" idx="2"/>
          </p:cNvCxnSpPr>
          <p:nvPr/>
        </p:nvCxnSpPr>
        <p:spPr>
          <a:xfrm flipV="1">
            <a:off x="9300211" y="2874008"/>
            <a:ext cx="671455" cy="86954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1" name="TextBox 60">
            <a:extLst>
              <a:ext uri="{FF2B5EF4-FFF2-40B4-BE49-F238E27FC236}">
                <a16:creationId xmlns:a16="http://schemas.microsoft.com/office/drawing/2014/main" id="{93E7537D-6B70-88A1-D89C-7513F876BE90}"/>
              </a:ext>
            </a:extLst>
          </p:cNvPr>
          <p:cNvSpPr txBox="1"/>
          <p:nvPr/>
        </p:nvSpPr>
        <p:spPr>
          <a:xfrm>
            <a:off x="9971666" y="2764652"/>
            <a:ext cx="96916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solidFill>
                  <a:srgbClr val="FF0000"/>
                </a:solidFill>
              </a:rPr>
              <a:t>3</a:t>
            </a:r>
            <a:r>
              <a:rPr lang="en-US" sz="1400" b="0" dirty="0">
                <a:solidFill>
                  <a:srgbClr val="FF0000"/>
                </a:solidFill>
              </a:rPr>
              <a:t>,2</a:t>
            </a:r>
          </a:p>
        </p:txBody>
      </p:sp>
      <p:cxnSp>
        <p:nvCxnSpPr>
          <p:cNvPr id="62" name="직선 연결선 61">
            <a:extLst>
              <a:ext uri="{FF2B5EF4-FFF2-40B4-BE49-F238E27FC236}">
                <a16:creationId xmlns:a16="http://schemas.microsoft.com/office/drawing/2014/main" id="{DE25A668-8F01-A55E-7F34-BABD80F2C86B}"/>
              </a:ext>
            </a:extLst>
          </p:cNvPr>
          <p:cNvCxnSpPr>
            <a:cxnSpLocks/>
          </p:cNvCxnSpPr>
          <p:nvPr/>
        </p:nvCxnSpPr>
        <p:spPr>
          <a:xfrm>
            <a:off x="9371591" y="1961040"/>
            <a:ext cx="600074" cy="177489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6" name="직선 연결선 65">
            <a:extLst>
              <a:ext uri="{FF2B5EF4-FFF2-40B4-BE49-F238E27FC236}">
                <a16:creationId xmlns:a16="http://schemas.microsoft.com/office/drawing/2014/main" id="{1F581376-DA1C-38AF-7B5D-A5AA55B0037E}"/>
              </a:ext>
            </a:extLst>
          </p:cNvPr>
          <p:cNvCxnSpPr>
            <a:cxnSpLocks/>
            <a:endCxn id="120" idx="1"/>
          </p:cNvCxnSpPr>
          <p:nvPr/>
        </p:nvCxnSpPr>
        <p:spPr>
          <a:xfrm flipV="1">
            <a:off x="9371591" y="1931420"/>
            <a:ext cx="600075" cy="2962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0" name="직선 연결선 69">
            <a:extLst>
              <a:ext uri="{FF2B5EF4-FFF2-40B4-BE49-F238E27FC236}">
                <a16:creationId xmlns:a16="http://schemas.microsoft.com/office/drawing/2014/main" id="{7099DAD6-178E-FA4D-4B61-6657090B5738}"/>
              </a:ext>
            </a:extLst>
          </p:cNvPr>
          <p:cNvCxnSpPr>
            <a:cxnSpLocks/>
            <a:stCxn id="115" idx="1"/>
          </p:cNvCxnSpPr>
          <p:nvPr/>
        </p:nvCxnSpPr>
        <p:spPr>
          <a:xfrm flipH="1" flipV="1">
            <a:off x="9378764" y="1954893"/>
            <a:ext cx="592902" cy="50862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7" name="직선 연결선 76">
            <a:extLst>
              <a:ext uri="{FF2B5EF4-FFF2-40B4-BE49-F238E27FC236}">
                <a16:creationId xmlns:a16="http://schemas.microsoft.com/office/drawing/2014/main" id="{1B76B571-A23D-2A62-E426-EBC7B7DF5B0E}"/>
              </a:ext>
            </a:extLst>
          </p:cNvPr>
          <p:cNvCxnSpPr>
            <a:cxnSpLocks/>
            <a:endCxn id="127" idx="1"/>
          </p:cNvCxnSpPr>
          <p:nvPr/>
        </p:nvCxnSpPr>
        <p:spPr>
          <a:xfrm>
            <a:off x="9371590" y="1551333"/>
            <a:ext cx="600076" cy="23946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8" name="직선 연결선 77">
            <a:extLst>
              <a:ext uri="{FF2B5EF4-FFF2-40B4-BE49-F238E27FC236}">
                <a16:creationId xmlns:a16="http://schemas.microsoft.com/office/drawing/2014/main" id="{8E7144A5-FE9F-90F8-A72A-EA126E5D2410}"/>
              </a:ext>
            </a:extLst>
          </p:cNvPr>
          <p:cNvCxnSpPr>
            <a:cxnSpLocks/>
            <a:endCxn id="126" idx="1"/>
          </p:cNvCxnSpPr>
          <p:nvPr/>
        </p:nvCxnSpPr>
        <p:spPr>
          <a:xfrm flipV="1">
            <a:off x="9371590" y="1384333"/>
            <a:ext cx="600076" cy="156326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9" name="직선 연결선 78">
            <a:extLst>
              <a:ext uri="{FF2B5EF4-FFF2-40B4-BE49-F238E27FC236}">
                <a16:creationId xmlns:a16="http://schemas.microsoft.com/office/drawing/2014/main" id="{BDB71BBB-98CC-7755-2556-D1FF5D752FCA}"/>
              </a:ext>
            </a:extLst>
          </p:cNvPr>
          <p:cNvCxnSpPr>
            <a:cxnSpLocks/>
            <a:endCxn id="125" idx="1"/>
          </p:cNvCxnSpPr>
          <p:nvPr/>
        </p:nvCxnSpPr>
        <p:spPr>
          <a:xfrm flipV="1">
            <a:off x="9371590" y="1204464"/>
            <a:ext cx="600076" cy="33710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0" name="직선 연결선 79">
            <a:extLst>
              <a:ext uri="{FF2B5EF4-FFF2-40B4-BE49-F238E27FC236}">
                <a16:creationId xmlns:a16="http://schemas.microsoft.com/office/drawing/2014/main" id="{CE0531F5-D987-DBBB-1237-CFC5037B0B0A}"/>
              </a:ext>
            </a:extLst>
          </p:cNvPr>
          <p:cNvCxnSpPr>
            <a:cxnSpLocks/>
            <a:stCxn id="128" idx="1"/>
          </p:cNvCxnSpPr>
          <p:nvPr/>
        </p:nvCxnSpPr>
        <p:spPr>
          <a:xfrm flipH="1" flipV="1">
            <a:off x="9378763" y="1546243"/>
            <a:ext cx="592903" cy="219813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2" name="직선 연결선 81">
            <a:extLst>
              <a:ext uri="{FF2B5EF4-FFF2-40B4-BE49-F238E27FC236}">
                <a16:creationId xmlns:a16="http://schemas.microsoft.com/office/drawing/2014/main" id="{91512ED0-8F2F-8546-FDAD-05EA4EBB0A4A}"/>
              </a:ext>
            </a:extLst>
          </p:cNvPr>
          <p:cNvCxnSpPr>
            <a:cxnSpLocks/>
            <a:endCxn id="109" idx="1"/>
          </p:cNvCxnSpPr>
          <p:nvPr/>
        </p:nvCxnSpPr>
        <p:spPr>
          <a:xfrm>
            <a:off x="9371591" y="3748703"/>
            <a:ext cx="600075" cy="114285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3" name="직선 연결선 82">
            <a:extLst>
              <a:ext uri="{FF2B5EF4-FFF2-40B4-BE49-F238E27FC236}">
                <a16:creationId xmlns:a16="http://schemas.microsoft.com/office/drawing/2014/main" id="{C1520A59-24EA-8D31-0406-F6E976288CED}"/>
              </a:ext>
            </a:extLst>
          </p:cNvPr>
          <p:cNvCxnSpPr>
            <a:cxnSpLocks/>
            <a:endCxn id="108" idx="1"/>
          </p:cNvCxnSpPr>
          <p:nvPr/>
        </p:nvCxnSpPr>
        <p:spPr>
          <a:xfrm flipV="1">
            <a:off x="9371590" y="3672042"/>
            <a:ext cx="600076" cy="80112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4" name="직선 연결선 83">
            <a:extLst>
              <a:ext uri="{FF2B5EF4-FFF2-40B4-BE49-F238E27FC236}">
                <a16:creationId xmlns:a16="http://schemas.microsoft.com/office/drawing/2014/main" id="{15BB5633-351B-819A-2811-EDB108F9E8AA}"/>
              </a:ext>
            </a:extLst>
          </p:cNvPr>
          <p:cNvCxnSpPr>
            <a:cxnSpLocks/>
            <a:endCxn id="107" idx="1"/>
          </p:cNvCxnSpPr>
          <p:nvPr/>
        </p:nvCxnSpPr>
        <p:spPr>
          <a:xfrm flipV="1">
            <a:off x="9371590" y="3492173"/>
            <a:ext cx="600076" cy="259981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5" name="직선 연결선 84">
            <a:extLst>
              <a:ext uri="{FF2B5EF4-FFF2-40B4-BE49-F238E27FC236}">
                <a16:creationId xmlns:a16="http://schemas.microsoft.com/office/drawing/2014/main" id="{12BCB772-7932-52AA-9B8A-F66878DB048A}"/>
              </a:ext>
            </a:extLst>
          </p:cNvPr>
          <p:cNvCxnSpPr>
            <a:cxnSpLocks/>
            <a:stCxn id="110" idx="1"/>
          </p:cNvCxnSpPr>
          <p:nvPr/>
        </p:nvCxnSpPr>
        <p:spPr>
          <a:xfrm flipH="1" flipV="1">
            <a:off x="9378763" y="3748703"/>
            <a:ext cx="592903" cy="305062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7" name="직선 연결선 86">
            <a:extLst>
              <a:ext uri="{FF2B5EF4-FFF2-40B4-BE49-F238E27FC236}">
                <a16:creationId xmlns:a16="http://schemas.microsoft.com/office/drawing/2014/main" id="{2E4CFE64-0E2D-3E91-48D5-480DC41D2AD9}"/>
              </a:ext>
            </a:extLst>
          </p:cNvPr>
          <p:cNvCxnSpPr>
            <a:cxnSpLocks/>
            <a:endCxn id="101" idx="1"/>
          </p:cNvCxnSpPr>
          <p:nvPr/>
        </p:nvCxnSpPr>
        <p:spPr>
          <a:xfrm flipV="1">
            <a:off x="9285867" y="2720956"/>
            <a:ext cx="685799" cy="261983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9" name="직선 연결선 88">
            <a:extLst>
              <a:ext uri="{FF2B5EF4-FFF2-40B4-BE49-F238E27FC236}">
                <a16:creationId xmlns:a16="http://schemas.microsoft.com/office/drawing/2014/main" id="{CED21A06-23A1-4E5E-ED34-9AE3831F17D2}"/>
              </a:ext>
            </a:extLst>
          </p:cNvPr>
          <p:cNvCxnSpPr>
            <a:cxnSpLocks/>
            <a:endCxn id="103" idx="1"/>
          </p:cNvCxnSpPr>
          <p:nvPr/>
        </p:nvCxnSpPr>
        <p:spPr>
          <a:xfrm>
            <a:off x="9285868" y="2949518"/>
            <a:ext cx="685798" cy="152254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0" name="직선 연결선 89">
            <a:extLst>
              <a:ext uri="{FF2B5EF4-FFF2-40B4-BE49-F238E27FC236}">
                <a16:creationId xmlns:a16="http://schemas.microsoft.com/office/drawing/2014/main" id="{7F2E2917-FBA6-E2C2-6C70-90A333198B13}"/>
              </a:ext>
            </a:extLst>
          </p:cNvPr>
          <p:cNvCxnSpPr>
            <a:cxnSpLocks/>
            <a:stCxn id="105" idx="1"/>
          </p:cNvCxnSpPr>
          <p:nvPr/>
        </p:nvCxnSpPr>
        <p:spPr>
          <a:xfrm flipH="1" flipV="1">
            <a:off x="9293040" y="2949518"/>
            <a:ext cx="678626" cy="343443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97" name="TextBox 96">
                <a:extLst>
                  <a:ext uri="{FF2B5EF4-FFF2-40B4-BE49-F238E27FC236}">
                    <a16:creationId xmlns:a16="http://schemas.microsoft.com/office/drawing/2014/main" id="{3849E014-90E7-7381-A555-34B1A67A9382}"/>
                  </a:ext>
                </a:extLst>
              </p:cNvPr>
              <p:cNvSpPr txBox="1"/>
              <p:nvPr/>
            </p:nvSpPr>
            <p:spPr>
              <a:xfrm>
                <a:off x="9047798" y="1288314"/>
                <a:ext cx="504825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400" b="0" i="1" dirty="0" smtClean="0">
                          <a:latin typeface="Cambria Math" panose="02040503050406030204" pitchFamily="18" charset="0"/>
                        </a:rPr>
                        <m:t>1</m:t>
                      </m:r>
                    </m:oMath>
                  </m:oMathPara>
                </a14:m>
                <a:endParaRPr/>
              </a:p>
            </p:txBody>
          </p:sp>
        </mc:Choice>
        <mc:Fallback xmlns="">
          <p:sp>
            <p:nvSpPr>
              <p:cNvPr id="97" name="TextBox 96">
                <a:extLst>
                  <a:ext uri="{FF2B5EF4-FFF2-40B4-BE49-F238E27FC236}">
                    <a16:creationId xmlns:a16="http://schemas.microsoft.com/office/drawing/2014/main" id="{3849E014-90E7-7381-A555-34B1A67A938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047798" y="1288314"/>
                <a:ext cx="504825" cy="307777"/>
              </a:xfrm>
              <a:prstGeom prst="rect">
                <a:avLst/>
              </a:prstGeom>
              <a:blipFill>
                <a:blip r:embed="rId11"/>
                <a:stretch>
                  <a:fillRect t="-3922" b="-1764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8" name="TextBox 97">
                <a:extLst>
                  <a:ext uri="{FF2B5EF4-FFF2-40B4-BE49-F238E27FC236}">
                    <a16:creationId xmlns:a16="http://schemas.microsoft.com/office/drawing/2014/main" id="{1B84D5F2-88A0-92AE-8800-8F2C92794F19}"/>
                  </a:ext>
                </a:extLst>
              </p:cNvPr>
              <p:cNvSpPr txBox="1"/>
              <p:nvPr/>
            </p:nvSpPr>
            <p:spPr>
              <a:xfrm>
                <a:off x="9123941" y="1954918"/>
                <a:ext cx="504825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400" b="0" i="1" dirty="0" smtClean="0">
                          <a:latin typeface="Cambria Math" panose="02040503050406030204" pitchFamily="18" charset="0"/>
                        </a:rPr>
                        <m:t>2</m:t>
                      </m:r>
                    </m:oMath>
                  </m:oMathPara>
                </a14:m>
                <a:endParaRPr/>
              </a:p>
            </p:txBody>
          </p:sp>
        </mc:Choice>
        <mc:Fallback xmlns="">
          <p:sp>
            <p:nvSpPr>
              <p:cNvPr id="98" name="TextBox 97">
                <a:extLst>
                  <a:ext uri="{FF2B5EF4-FFF2-40B4-BE49-F238E27FC236}">
                    <a16:creationId xmlns:a16="http://schemas.microsoft.com/office/drawing/2014/main" id="{1B84D5F2-88A0-92AE-8800-8F2C92794F1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123941" y="1954918"/>
                <a:ext cx="504825" cy="307777"/>
              </a:xfrm>
              <a:prstGeom prst="rect">
                <a:avLst/>
              </a:prstGeom>
              <a:blipFill>
                <a:blip r:embed="rId12"/>
                <a:stretch>
                  <a:fillRect t="-6000" b="-18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9" name="TextBox 98">
                <a:extLst>
                  <a:ext uri="{FF2B5EF4-FFF2-40B4-BE49-F238E27FC236}">
                    <a16:creationId xmlns:a16="http://schemas.microsoft.com/office/drawing/2014/main" id="{CA838659-642B-79FC-90C2-4AD14BF1821C}"/>
                  </a:ext>
                </a:extLst>
              </p:cNvPr>
              <p:cNvSpPr txBox="1"/>
              <p:nvPr/>
            </p:nvSpPr>
            <p:spPr>
              <a:xfrm>
                <a:off x="9047798" y="2653185"/>
                <a:ext cx="504825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400" b="0" i="1" dirty="0" smtClean="0">
                          <a:latin typeface="Cambria Math" panose="02040503050406030204" pitchFamily="18" charset="0"/>
                        </a:rPr>
                        <m:t>3</m:t>
                      </m:r>
                    </m:oMath>
                  </m:oMathPara>
                </a14:m>
                <a:endParaRPr/>
              </a:p>
            </p:txBody>
          </p:sp>
        </mc:Choice>
        <mc:Fallback xmlns="">
          <p:sp>
            <p:nvSpPr>
              <p:cNvPr id="99" name="TextBox 98">
                <a:extLst>
                  <a:ext uri="{FF2B5EF4-FFF2-40B4-BE49-F238E27FC236}">
                    <a16:creationId xmlns:a16="http://schemas.microsoft.com/office/drawing/2014/main" id="{CA838659-642B-79FC-90C2-4AD14BF1821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047798" y="2653185"/>
                <a:ext cx="504825" cy="307777"/>
              </a:xfrm>
              <a:prstGeom prst="rect">
                <a:avLst/>
              </a:prstGeom>
              <a:blipFill>
                <a:blip r:embed="rId15"/>
                <a:stretch>
                  <a:fillRect t="-5882" b="-1764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0" name="TextBox 99">
                <a:extLst>
                  <a:ext uri="{FF2B5EF4-FFF2-40B4-BE49-F238E27FC236}">
                    <a16:creationId xmlns:a16="http://schemas.microsoft.com/office/drawing/2014/main" id="{0497C784-6340-00D6-F0CC-71C92E03C245}"/>
                  </a:ext>
                </a:extLst>
              </p:cNvPr>
              <p:cNvSpPr txBox="1"/>
              <p:nvPr/>
            </p:nvSpPr>
            <p:spPr>
              <a:xfrm>
                <a:off x="9160879" y="3452956"/>
                <a:ext cx="504825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400" b="0" i="1" dirty="0" smtClean="0">
                          <a:latin typeface="Cambria Math" panose="02040503050406030204" pitchFamily="18" charset="0"/>
                        </a:rPr>
                        <m:t>4</m:t>
                      </m:r>
                    </m:oMath>
                  </m:oMathPara>
                </a14:m>
                <a:endParaRPr/>
              </a:p>
            </p:txBody>
          </p:sp>
        </mc:Choice>
        <mc:Fallback xmlns="">
          <p:sp>
            <p:nvSpPr>
              <p:cNvPr id="100" name="TextBox 99">
                <a:extLst>
                  <a:ext uri="{FF2B5EF4-FFF2-40B4-BE49-F238E27FC236}">
                    <a16:creationId xmlns:a16="http://schemas.microsoft.com/office/drawing/2014/main" id="{0497C784-6340-00D6-F0CC-71C92E03C24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160879" y="3452956"/>
                <a:ext cx="504825" cy="307777"/>
              </a:xfrm>
              <a:prstGeom prst="rect">
                <a:avLst/>
              </a:prstGeom>
              <a:blipFill>
                <a:blip r:embed="rId10"/>
                <a:stretch>
                  <a:fillRect t="-3922" b="-1764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01" name="TextBox 100">
            <a:extLst>
              <a:ext uri="{FF2B5EF4-FFF2-40B4-BE49-F238E27FC236}">
                <a16:creationId xmlns:a16="http://schemas.microsoft.com/office/drawing/2014/main" id="{0CCBB645-3D95-AE36-3A22-F88CDBA32D3D}"/>
              </a:ext>
            </a:extLst>
          </p:cNvPr>
          <p:cNvSpPr txBox="1"/>
          <p:nvPr/>
        </p:nvSpPr>
        <p:spPr>
          <a:xfrm>
            <a:off x="9971666" y="2567067"/>
            <a:ext cx="96916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/>
              <a:t>3</a:t>
            </a:r>
            <a:r>
              <a:rPr lang="en-US" sz="1400" b="0" dirty="0"/>
              <a:t>,1</a:t>
            </a:r>
          </a:p>
        </p:txBody>
      </p:sp>
      <p:sp>
        <p:nvSpPr>
          <p:cNvPr id="103" name="TextBox 102">
            <a:extLst>
              <a:ext uri="{FF2B5EF4-FFF2-40B4-BE49-F238E27FC236}">
                <a16:creationId xmlns:a16="http://schemas.microsoft.com/office/drawing/2014/main" id="{45B3C915-B03E-2F12-7239-E5494BAD1FCD}"/>
              </a:ext>
            </a:extLst>
          </p:cNvPr>
          <p:cNvSpPr txBox="1"/>
          <p:nvPr/>
        </p:nvSpPr>
        <p:spPr>
          <a:xfrm>
            <a:off x="9971666" y="2947883"/>
            <a:ext cx="96916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/>
              <a:t>3</a:t>
            </a:r>
            <a:r>
              <a:rPr lang="en-US" sz="1400" b="0" dirty="0"/>
              <a:t>,3</a:t>
            </a:r>
          </a:p>
        </p:txBody>
      </p:sp>
      <p:sp>
        <p:nvSpPr>
          <p:cNvPr id="105" name="TextBox 104">
            <a:extLst>
              <a:ext uri="{FF2B5EF4-FFF2-40B4-BE49-F238E27FC236}">
                <a16:creationId xmlns:a16="http://schemas.microsoft.com/office/drawing/2014/main" id="{6080C77F-1D46-F16F-AA16-ED63611C4A3E}"/>
              </a:ext>
            </a:extLst>
          </p:cNvPr>
          <p:cNvSpPr txBox="1"/>
          <p:nvPr/>
        </p:nvSpPr>
        <p:spPr>
          <a:xfrm>
            <a:off x="9971666" y="3139072"/>
            <a:ext cx="96916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/>
              <a:t>3</a:t>
            </a:r>
            <a:r>
              <a:rPr lang="en-US" sz="1400" b="0" dirty="0"/>
              <a:t>,4</a:t>
            </a:r>
          </a:p>
        </p:txBody>
      </p:sp>
      <p:sp>
        <p:nvSpPr>
          <p:cNvPr id="107" name="TextBox 106">
            <a:extLst>
              <a:ext uri="{FF2B5EF4-FFF2-40B4-BE49-F238E27FC236}">
                <a16:creationId xmlns:a16="http://schemas.microsoft.com/office/drawing/2014/main" id="{BFDD6E09-1871-BF61-AFC4-5B9EBC62DF78}"/>
              </a:ext>
            </a:extLst>
          </p:cNvPr>
          <p:cNvSpPr txBox="1"/>
          <p:nvPr/>
        </p:nvSpPr>
        <p:spPr>
          <a:xfrm>
            <a:off x="9971666" y="3338284"/>
            <a:ext cx="96916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b="0" dirty="0"/>
              <a:t>4,1</a:t>
            </a:r>
          </a:p>
        </p:txBody>
      </p:sp>
      <p:sp>
        <p:nvSpPr>
          <p:cNvPr id="108" name="TextBox 107">
            <a:extLst>
              <a:ext uri="{FF2B5EF4-FFF2-40B4-BE49-F238E27FC236}">
                <a16:creationId xmlns:a16="http://schemas.microsoft.com/office/drawing/2014/main" id="{53122428-B0F1-2B9B-E094-DF5950BEA408}"/>
              </a:ext>
            </a:extLst>
          </p:cNvPr>
          <p:cNvSpPr txBox="1"/>
          <p:nvPr/>
        </p:nvSpPr>
        <p:spPr>
          <a:xfrm>
            <a:off x="9971666" y="3518153"/>
            <a:ext cx="96916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b="0" dirty="0"/>
              <a:t>4,2</a:t>
            </a:r>
          </a:p>
        </p:txBody>
      </p:sp>
      <p:sp>
        <p:nvSpPr>
          <p:cNvPr id="109" name="TextBox 108">
            <a:extLst>
              <a:ext uri="{FF2B5EF4-FFF2-40B4-BE49-F238E27FC236}">
                <a16:creationId xmlns:a16="http://schemas.microsoft.com/office/drawing/2014/main" id="{D23644D2-862E-1187-1B70-8625332E3EE6}"/>
              </a:ext>
            </a:extLst>
          </p:cNvPr>
          <p:cNvSpPr txBox="1"/>
          <p:nvPr/>
        </p:nvSpPr>
        <p:spPr>
          <a:xfrm>
            <a:off x="9971666" y="3709099"/>
            <a:ext cx="96916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b="0" dirty="0"/>
              <a:t>4,3</a:t>
            </a:r>
          </a:p>
        </p:txBody>
      </p:sp>
      <p:sp>
        <p:nvSpPr>
          <p:cNvPr id="110" name="TextBox 109">
            <a:extLst>
              <a:ext uri="{FF2B5EF4-FFF2-40B4-BE49-F238E27FC236}">
                <a16:creationId xmlns:a16="http://schemas.microsoft.com/office/drawing/2014/main" id="{31F19D17-A8D0-5042-38D8-EA32FEE413FD}"/>
              </a:ext>
            </a:extLst>
          </p:cNvPr>
          <p:cNvSpPr txBox="1"/>
          <p:nvPr/>
        </p:nvSpPr>
        <p:spPr>
          <a:xfrm>
            <a:off x="9971666" y="3899876"/>
            <a:ext cx="96916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b="0" dirty="0"/>
              <a:t>4,4</a:t>
            </a:r>
          </a:p>
        </p:txBody>
      </p:sp>
      <p:sp>
        <p:nvSpPr>
          <p:cNvPr id="115" name="TextBox 114">
            <a:extLst>
              <a:ext uri="{FF2B5EF4-FFF2-40B4-BE49-F238E27FC236}">
                <a16:creationId xmlns:a16="http://schemas.microsoft.com/office/drawing/2014/main" id="{38635F50-CD18-F9F5-1D69-04D75C2B33A8}"/>
              </a:ext>
            </a:extLst>
          </p:cNvPr>
          <p:cNvSpPr txBox="1"/>
          <p:nvPr/>
        </p:nvSpPr>
        <p:spPr>
          <a:xfrm>
            <a:off x="9971666" y="2309624"/>
            <a:ext cx="96916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b="0" dirty="0"/>
              <a:t>2,4</a:t>
            </a:r>
          </a:p>
        </p:txBody>
      </p:sp>
      <p:sp>
        <p:nvSpPr>
          <p:cNvPr id="119" name="TextBox 118">
            <a:extLst>
              <a:ext uri="{FF2B5EF4-FFF2-40B4-BE49-F238E27FC236}">
                <a16:creationId xmlns:a16="http://schemas.microsoft.com/office/drawing/2014/main" id="{E3B5FD9F-153C-0D95-C175-934321F03E60}"/>
              </a:ext>
            </a:extLst>
          </p:cNvPr>
          <p:cNvSpPr txBox="1"/>
          <p:nvPr/>
        </p:nvSpPr>
        <p:spPr>
          <a:xfrm>
            <a:off x="9971666" y="1958602"/>
            <a:ext cx="96916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b="0" dirty="0"/>
              <a:t>2,2</a:t>
            </a:r>
          </a:p>
        </p:txBody>
      </p:sp>
      <p:sp>
        <p:nvSpPr>
          <p:cNvPr id="120" name="TextBox 119">
            <a:extLst>
              <a:ext uri="{FF2B5EF4-FFF2-40B4-BE49-F238E27FC236}">
                <a16:creationId xmlns:a16="http://schemas.microsoft.com/office/drawing/2014/main" id="{E93B4BE7-83DE-A830-6B88-09BF92E11C47}"/>
              </a:ext>
            </a:extLst>
          </p:cNvPr>
          <p:cNvSpPr txBox="1"/>
          <p:nvPr/>
        </p:nvSpPr>
        <p:spPr>
          <a:xfrm>
            <a:off x="9971666" y="1777531"/>
            <a:ext cx="96916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b="0" dirty="0"/>
              <a:t>2,1</a:t>
            </a:r>
          </a:p>
        </p:txBody>
      </p:sp>
      <p:sp>
        <p:nvSpPr>
          <p:cNvPr id="125" name="TextBox 124">
            <a:extLst>
              <a:ext uri="{FF2B5EF4-FFF2-40B4-BE49-F238E27FC236}">
                <a16:creationId xmlns:a16="http://schemas.microsoft.com/office/drawing/2014/main" id="{B51E2CCB-C826-CCCB-1E6B-DCC19F457E64}"/>
              </a:ext>
            </a:extLst>
          </p:cNvPr>
          <p:cNvSpPr txBox="1"/>
          <p:nvPr/>
        </p:nvSpPr>
        <p:spPr>
          <a:xfrm>
            <a:off x="9971666" y="1050575"/>
            <a:ext cx="96916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/>
              <a:t>1</a:t>
            </a:r>
            <a:r>
              <a:rPr lang="en-US" sz="1400" b="0" dirty="0"/>
              <a:t>,1</a:t>
            </a:r>
          </a:p>
        </p:txBody>
      </p:sp>
      <p:sp>
        <p:nvSpPr>
          <p:cNvPr id="126" name="TextBox 125">
            <a:extLst>
              <a:ext uri="{FF2B5EF4-FFF2-40B4-BE49-F238E27FC236}">
                <a16:creationId xmlns:a16="http://schemas.microsoft.com/office/drawing/2014/main" id="{9CAADA7E-A9A9-1516-D5C3-93D0396175B1}"/>
              </a:ext>
            </a:extLst>
          </p:cNvPr>
          <p:cNvSpPr txBox="1"/>
          <p:nvPr/>
        </p:nvSpPr>
        <p:spPr>
          <a:xfrm>
            <a:off x="9971666" y="1230444"/>
            <a:ext cx="96916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/>
              <a:t>1</a:t>
            </a:r>
            <a:r>
              <a:rPr lang="en-US" sz="1400" b="0" dirty="0"/>
              <a:t>,2</a:t>
            </a:r>
          </a:p>
        </p:txBody>
      </p:sp>
      <p:sp>
        <p:nvSpPr>
          <p:cNvPr id="127" name="TextBox 126">
            <a:extLst>
              <a:ext uri="{FF2B5EF4-FFF2-40B4-BE49-F238E27FC236}">
                <a16:creationId xmlns:a16="http://schemas.microsoft.com/office/drawing/2014/main" id="{23888C2C-3F2E-76CE-04E8-6BB8480274FB}"/>
              </a:ext>
            </a:extLst>
          </p:cNvPr>
          <p:cNvSpPr txBox="1"/>
          <p:nvPr/>
        </p:nvSpPr>
        <p:spPr>
          <a:xfrm>
            <a:off x="9971666" y="1421390"/>
            <a:ext cx="96916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/>
              <a:t>1</a:t>
            </a:r>
            <a:r>
              <a:rPr lang="en-US" sz="1400" b="0" dirty="0"/>
              <a:t>,3</a:t>
            </a:r>
          </a:p>
        </p:txBody>
      </p:sp>
      <p:sp>
        <p:nvSpPr>
          <p:cNvPr id="128" name="TextBox 127">
            <a:extLst>
              <a:ext uri="{FF2B5EF4-FFF2-40B4-BE49-F238E27FC236}">
                <a16:creationId xmlns:a16="http://schemas.microsoft.com/office/drawing/2014/main" id="{E6BA5873-C93C-1B1A-37A2-4CFEF146A421}"/>
              </a:ext>
            </a:extLst>
          </p:cNvPr>
          <p:cNvSpPr txBox="1"/>
          <p:nvPr/>
        </p:nvSpPr>
        <p:spPr>
          <a:xfrm>
            <a:off x="9971666" y="1612167"/>
            <a:ext cx="96916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/>
              <a:t>1</a:t>
            </a:r>
            <a:r>
              <a:rPr lang="en-US" sz="1400" b="0" dirty="0"/>
              <a:t>,4</a:t>
            </a:r>
          </a:p>
        </p:txBody>
      </p:sp>
      <p:sp>
        <p:nvSpPr>
          <p:cNvPr id="145" name="TextBox 144">
            <a:extLst>
              <a:ext uri="{FF2B5EF4-FFF2-40B4-BE49-F238E27FC236}">
                <a16:creationId xmlns:a16="http://schemas.microsoft.com/office/drawing/2014/main" id="{A3EACCBA-66AB-2038-AB17-539E990A56EE}"/>
              </a:ext>
            </a:extLst>
          </p:cNvPr>
          <p:cNvSpPr txBox="1"/>
          <p:nvPr/>
        </p:nvSpPr>
        <p:spPr>
          <a:xfrm>
            <a:off x="8611592" y="719361"/>
            <a:ext cx="226687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Georgia" panose="02040502050405020303" pitchFamily="18" charset="0"/>
              </a:rPr>
              <a:t>* Sequential description</a:t>
            </a:r>
          </a:p>
        </p:txBody>
      </p:sp>
      <p:sp>
        <p:nvSpPr>
          <p:cNvPr id="146" name="TextBox 145">
            <a:extLst>
              <a:ext uri="{FF2B5EF4-FFF2-40B4-BE49-F238E27FC236}">
                <a16:creationId xmlns:a16="http://schemas.microsoft.com/office/drawing/2014/main" id="{E924031A-F9DB-D94E-88B6-746D5DDAA576}"/>
              </a:ext>
            </a:extLst>
          </p:cNvPr>
          <p:cNvSpPr txBox="1"/>
          <p:nvPr/>
        </p:nvSpPr>
        <p:spPr>
          <a:xfrm>
            <a:off x="5843587" y="720923"/>
            <a:ext cx="226687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Georgia" panose="02040502050405020303" pitchFamily="18" charset="0"/>
              </a:rPr>
              <a:t>* Tetrahedral die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47" name="TextBox 146">
                <a:extLst>
                  <a:ext uri="{FF2B5EF4-FFF2-40B4-BE49-F238E27FC236}">
                    <a16:creationId xmlns:a16="http://schemas.microsoft.com/office/drawing/2014/main" id="{EB12A1BB-B579-8805-3E76-EBDC6BF230AA}"/>
                  </a:ext>
                </a:extLst>
              </p:cNvPr>
              <p:cNvSpPr txBox="1"/>
              <p:nvPr/>
            </p:nvSpPr>
            <p:spPr>
              <a:xfrm>
                <a:off x="1616614" y="1194783"/>
                <a:ext cx="1197769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400" i="1" dirty="0" smtClean="0">
                          <a:latin typeface="Cambria Math" panose="02040503050406030204" pitchFamily="18" charset="0"/>
                        </a:rPr>
                        <m:t>0</m:t>
                      </m:r>
                      <m:r>
                        <a:rPr lang="en-US" sz="1400" b="0" i="1" dirty="0" smtClean="0">
                          <a:latin typeface="Cambria Math" panose="02040503050406030204" pitchFamily="18" charset="0"/>
                        </a:rPr>
                        <m:t>≤</m:t>
                      </m:r>
                      <m:r>
                        <a:rPr lang="en-US" sz="1400" b="0" i="1" dirty="0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sz="1400" b="0" i="1" dirty="0" smtClean="0"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n-US" sz="1400" b="0" i="1" dirty="0" smtClean="0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US" sz="1400" b="0" i="1" dirty="0" smtClean="0">
                          <a:latin typeface="Cambria Math" panose="02040503050406030204" pitchFamily="18" charset="0"/>
                        </a:rPr>
                        <m:t>≤</m:t>
                      </m:r>
                      <m:r>
                        <a:rPr lang="en-US" sz="1400" b="0" i="1" dirty="0" smtClean="0">
                          <a:latin typeface="Cambria Math" panose="02040503050406030204" pitchFamily="18" charset="0"/>
                        </a:rPr>
                        <m:t>1</m:t>
                      </m:r>
                    </m:oMath>
                  </m:oMathPara>
                </a14:m>
                <a:endParaRPr/>
              </a:p>
            </p:txBody>
          </p:sp>
        </mc:Choice>
        <mc:Fallback xmlns="">
          <p:sp>
            <p:nvSpPr>
              <p:cNvPr id="147" name="TextBox 146">
                <a:extLst>
                  <a:ext uri="{FF2B5EF4-FFF2-40B4-BE49-F238E27FC236}">
                    <a16:creationId xmlns:a16="http://schemas.microsoft.com/office/drawing/2014/main" id="{EB12A1BB-B579-8805-3E76-EBDC6BF230A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616614" y="1194783"/>
                <a:ext cx="1197769" cy="307777"/>
              </a:xfrm>
              <a:prstGeom prst="rect">
                <a:avLst/>
              </a:prstGeom>
              <a:blipFill>
                <a:blip r:embed="rId16"/>
                <a:stretch>
                  <a:fillRect t="-6000" r="-1015" b="-18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48" name="타원 147">
            <a:extLst>
              <a:ext uri="{FF2B5EF4-FFF2-40B4-BE49-F238E27FC236}">
                <a16:creationId xmlns:a16="http://schemas.microsoft.com/office/drawing/2014/main" id="{DC4F9BE3-AE71-4617-71F9-C4093586F946}"/>
              </a:ext>
            </a:extLst>
          </p:cNvPr>
          <p:cNvSpPr/>
          <p:nvPr/>
        </p:nvSpPr>
        <p:spPr>
          <a:xfrm>
            <a:off x="1981128" y="2571570"/>
            <a:ext cx="45719" cy="55356"/>
          </a:xfrm>
          <a:prstGeom prst="ellipse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50" name="직선 화살표 연결선 149">
            <a:extLst>
              <a:ext uri="{FF2B5EF4-FFF2-40B4-BE49-F238E27FC236}">
                <a16:creationId xmlns:a16="http://schemas.microsoft.com/office/drawing/2014/main" id="{E0A01D98-627A-AA90-9508-C2DD2AE3C053}"/>
              </a:ext>
            </a:extLst>
          </p:cNvPr>
          <p:cNvCxnSpPr>
            <a:cxnSpLocks/>
            <a:endCxn id="153" idx="1"/>
          </p:cNvCxnSpPr>
          <p:nvPr/>
        </p:nvCxnSpPr>
        <p:spPr>
          <a:xfrm flipV="1">
            <a:off x="2056174" y="2506559"/>
            <a:ext cx="458756" cy="82857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52" name="TextBox 151">
                <a:extLst>
                  <a:ext uri="{FF2B5EF4-FFF2-40B4-BE49-F238E27FC236}">
                    <a16:creationId xmlns:a16="http://schemas.microsoft.com/office/drawing/2014/main" id="{98C5D326-F52E-D385-8AF3-3D3AAD09A81E}"/>
                  </a:ext>
                </a:extLst>
              </p:cNvPr>
              <p:cNvSpPr txBox="1"/>
              <p:nvPr/>
            </p:nvSpPr>
            <p:spPr>
              <a:xfrm>
                <a:off x="2979153" y="2344247"/>
                <a:ext cx="560732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400" i="1" dirty="0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sz="1400" b="0" i="1" dirty="0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sz="1400" b="0" i="1" dirty="0" smtClean="0"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n-US" sz="1400" b="0" i="1" dirty="0" smtClean="0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US" sz="1400" b="0" i="1" dirty="0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/>
              </a:p>
            </p:txBody>
          </p:sp>
        </mc:Choice>
        <mc:Fallback xmlns="">
          <p:sp>
            <p:nvSpPr>
              <p:cNvPr id="152" name="TextBox 151">
                <a:extLst>
                  <a:ext uri="{FF2B5EF4-FFF2-40B4-BE49-F238E27FC236}">
                    <a16:creationId xmlns:a16="http://schemas.microsoft.com/office/drawing/2014/main" id="{98C5D326-F52E-D385-8AF3-3D3AAD09A81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79153" y="2344247"/>
                <a:ext cx="560732" cy="307777"/>
              </a:xfrm>
              <a:prstGeom prst="rect">
                <a:avLst/>
              </a:prstGeom>
              <a:blipFill>
                <a:blip r:embed="rId17"/>
                <a:stretch>
                  <a:fillRect t="-6000" r="-16304" b="-18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53" name="TextBox 152">
            <a:extLst>
              <a:ext uri="{FF2B5EF4-FFF2-40B4-BE49-F238E27FC236}">
                <a16:creationId xmlns:a16="http://schemas.microsoft.com/office/drawing/2014/main" id="{77458409-8EF3-51A4-5335-E7DBD9F33F92}"/>
              </a:ext>
            </a:extLst>
          </p:cNvPr>
          <p:cNvSpPr txBox="1"/>
          <p:nvPr/>
        </p:nvSpPr>
        <p:spPr>
          <a:xfrm>
            <a:off x="2514930" y="2352670"/>
            <a:ext cx="69874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Georgia" panose="02040502050405020303" pitchFamily="18" charset="0"/>
              </a:rPr>
              <a:t>point</a:t>
            </a:r>
          </a:p>
        </p:txBody>
      </p:sp>
      <p:sp>
        <p:nvSpPr>
          <p:cNvPr id="154" name="타원 153">
            <a:extLst>
              <a:ext uri="{FF2B5EF4-FFF2-40B4-BE49-F238E27FC236}">
                <a16:creationId xmlns:a16="http://schemas.microsoft.com/office/drawing/2014/main" id="{8C10A317-5003-0EDD-1AD8-9F0F7445C69A}"/>
              </a:ext>
            </a:extLst>
          </p:cNvPr>
          <p:cNvSpPr/>
          <p:nvPr/>
        </p:nvSpPr>
        <p:spPr>
          <a:xfrm>
            <a:off x="1170689" y="1668272"/>
            <a:ext cx="843612" cy="799344"/>
          </a:xfrm>
          <a:prstGeom prst="ellipse">
            <a:avLst/>
          </a:prstGeom>
          <a:solidFill>
            <a:srgbClr val="0070C0"/>
          </a:solidFill>
          <a:ln>
            <a:solidFill>
              <a:srgbClr val="0070C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56" name="직선 화살표 연결선 155">
            <a:extLst>
              <a:ext uri="{FF2B5EF4-FFF2-40B4-BE49-F238E27FC236}">
                <a16:creationId xmlns:a16="http://schemas.microsoft.com/office/drawing/2014/main" id="{00249C90-43A0-959B-7B99-46FA6F7D369B}"/>
              </a:ext>
            </a:extLst>
          </p:cNvPr>
          <p:cNvCxnSpPr>
            <a:cxnSpLocks/>
          </p:cNvCxnSpPr>
          <p:nvPr/>
        </p:nvCxnSpPr>
        <p:spPr>
          <a:xfrm flipV="1">
            <a:off x="2026259" y="1974305"/>
            <a:ext cx="645330" cy="70589"/>
          </a:xfrm>
          <a:prstGeom prst="straightConnector1">
            <a:avLst/>
          </a:prstGeom>
          <a:ln>
            <a:solidFill>
              <a:srgbClr val="0070C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59" name="TextBox 158">
                <a:extLst>
                  <a:ext uri="{FF2B5EF4-FFF2-40B4-BE49-F238E27FC236}">
                    <a16:creationId xmlns:a16="http://schemas.microsoft.com/office/drawing/2014/main" id="{B7A44973-AFFC-0095-77FF-2A7D8AD6153B}"/>
                  </a:ext>
                </a:extLst>
              </p:cNvPr>
              <p:cNvSpPr txBox="1"/>
              <p:nvPr/>
            </p:nvSpPr>
            <p:spPr>
              <a:xfrm>
                <a:off x="3081608" y="1750969"/>
                <a:ext cx="560732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 dirty="0" smtClean="0">
                          <a:latin typeface="Cambria Math" panose="02040503050406030204" pitchFamily="18" charset="0"/>
                        </a:rPr>
                        <m:t>𝐴</m:t>
                      </m:r>
                    </m:oMath>
                  </m:oMathPara>
                </a14:m>
                <a:endParaRPr/>
              </a:p>
            </p:txBody>
          </p:sp>
        </mc:Choice>
        <mc:Fallback xmlns="">
          <p:sp>
            <p:nvSpPr>
              <p:cNvPr id="159" name="TextBox 158">
                <a:extLst>
                  <a:ext uri="{FF2B5EF4-FFF2-40B4-BE49-F238E27FC236}">
                    <a16:creationId xmlns:a16="http://schemas.microsoft.com/office/drawing/2014/main" id="{B7A44973-AFFC-0095-77FF-2A7D8AD6153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081608" y="1750969"/>
                <a:ext cx="560732" cy="369332"/>
              </a:xfrm>
              <a:prstGeom prst="rect">
                <a:avLst/>
              </a:prstGeom>
              <a:blipFill>
                <a:blip r:embed="rId18"/>
                <a:stretch>
                  <a:fillRect t="-9836" b="-2295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60" name="TextBox 159">
            <a:extLst>
              <a:ext uri="{FF2B5EF4-FFF2-40B4-BE49-F238E27FC236}">
                <a16:creationId xmlns:a16="http://schemas.microsoft.com/office/drawing/2014/main" id="{5C186413-C5E2-8A6F-3860-253ABCBD9450}"/>
              </a:ext>
            </a:extLst>
          </p:cNvPr>
          <p:cNvSpPr txBox="1"/>
          <p:nvPr/>
        </p:nvSpPr>
        <p:spPr>
          <a:xfrm>
            <a:off x="2676538" y="1789202"/>
            <a:ext cx="69874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Georgia" panose="02040502050405020303" pitchFamily="18" charset="0"/>
              </a:rPr>
              <a:t>Event</a:t>
            </a:r>
          </a:p>
        </p:txBody>
      </p:sp>
    </p:spTree>
    <p:extLst>
      <p:ext uri="{BB962C8B-B14F-4D97-AF65-F5344CB8AC3E}">
        <p14:creationId xmlns:p14="http://schemas.microsoft.com/office/powerpoint/2010/main" val="12778396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직사각형 21">
            <a:extLst>
              <a:ext uri="{FF2B5EF4-FFF2-40B4-BE49-F238E27FC236}">
                <a16:creationId xmlns:a16="http://schemas.microsoft.com/office/drawing/2014/main" id="{27DAEFB2-D4C6-2BB4-C4B9-1F65F07CDCDC}"/>
              </a:ext>
            </a:extLst>
          </p:cNvPr>
          <p:cNvSpPr/>
          <p:nvPr/>
        </p:nvSpPr>
        <p:spPr>
          <a:xfrm>
            <a:off x="7349160" y="611103"/>
            <a:ext cx="3787442" cy="206794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타원 32">
            <a:extLst>
              <a:ext uri="{FF2B5EF4-FFF2-40B4-BE49-F238E27FC236}">
                <a16:creationId xmlns:a16="http://schemas.microsoft.com/office/drawing/2014/main" id="{3BBB6811-A31F-E88D-F87C-FFF0B4B20F85}"/>
              </a:ext>
            </a:extLst>
          </p:cNvPr>
          <p:cNvSpPr/>
          <p:nvPr/>
        </p:nvSpPr>
        <p:spPr>
          <a:xfrm>
            <a:off x="8206969" y="1338889"/>
            <a:ext cx="2441693" cy="978382"/>
          </a:xfrm>
          <a:prstGeom prst="ellipse">
            <a:avLst/>
          </a:prstGeom>
          <a:solidFill>
            <a:schemeClr val="accent1">
              <a:lumMod val="20000"/>
              <a:lumOff val="80000"/>
            </a:schemeClr>
          </a:solidFill>
          <a:ln w="28575">
            <a:solidFill>
              <a:schemeClr val="accent5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accent5">
                  <a:lumMod val="75000"/>
                </a:schemeClr>
              </a:solidFill>
            </a:endParaRPr>
          </a:p>
        </p:txBody>
      </p:sp>
      <p:graphicFrame>
        <p:nvGraphicFramePr>
          <p:cNvPr id="4" name="표 3">
            <a:extLst>
              <a:ext uri="{FF2B5EF4-FFF2-40B4-BE49-F238E27FC236}">
                <a16:creationId xmlns:a16="http://schemas.microsoft.com/office/drawing/2014/main" id="{F22E3354-9A9F-1CE0-8F4D-5F2B5840293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71569987"/>
              </p:ext>
            </p:extLst>
          </p:nvPr>
        </p:nvGraphicFramePr>
        <p:xfrm>
          <a:off x="1687829" y="737787"/>
          <a:ext cx="2000252" cy="198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00063">
                  <a:extLst>
                    <a:ext uri="{9D8B030D-6E8A-4147-A177-3AD203B41FA5}">
                      <a16:colId xmlns:a16="http://schemas.microsoft.com/office/drawing/2014/main" val="2859339397"/>
                    </a:ext>
                  </a:extLst>
                </a:gridCol>
                <a:gridCol w="500063">
                  <a:extLst>
                    <a:ext uri="{9D8B030D-6E8A-4147-A177-3AD203B41FA5}">
                      <a16:colId xmlns:a16="http://schemas.microsoft.com/office/drawing/2014/main" val="3235844781"/>
                    </a:ext>
                  </a:extLst>
                </a:gridCol>
                <a:gridCol w="500063">
                  <a:extLst>
                    <a:ext uri="{9D8B030D-6E8A-4147-A177-3AD203B41FA5}">
                      <a16:colId xmlns:a16="http://schemas.microsoft.com/office/drawing/2014/main" val="2785058071"/>
                    </a:ext>
                  </a:extLst>
                </a:gridCol>
                <a:gridCol w="500063">
                  <a:extLst>
                    <a:ext uri="{9D8B030D-6E8A-4147-A177-3AD203B41FA5}">
                      <a16:colId xmlns:a16="http://schemas.microsoft.com/office/drawing/2014/main" val="920543562"/>
                    </a:ext>
                  </a:extLst>
                </a:gridCol>
              </a:tblGrid>
              <a:tr h="496490">
                <a:tc>
                  <a:txBody>
                    <a:bodyPr/>
                    <a:lstStyle/>
                    <a:p>
                      <a:pPr algn="ctr"/>
                      <a:r>
                        <a:rPr lang="en-US" b="0" dirty="0">
                          <a:solidFill>
                            <a:schemeClr val="tx1"/>
                          </a:solidFill>
                        </a:rPr>
                        <a:t>1,4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0" dirty="0">
                          <a:solidFill>
                            <a:schemeClr val="tx1"/>
                          </a:solidFill>
                        </a:rPr>
                        <a:t>2,4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0" dirty="0">
                          <a:solidFill>
                            <a:schemeClr val="tx1"/>
                          </a:solidFill>
                        </a:rPr>
                        <a:t>3,4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0" dirty="0">
                          <a:solidFill>
                            <a:schemeClr val="tx1"/>
                          </a:solidFill>
                        </a:rPr>
                        <a:t>4,4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15277642"/>
                  </a:ext>
                </a:extLst>
              </a:tr>
              <a:tr h="496490">
                <a:tc>
                  <a:txBody>
                    <a:bodyPr/>
                    <a:lstStyle/>
                    <a:p>
                      <a:pPr algn="ctr"/>
                      <a:r>
                        <a:rPr lang="en-US" b="0" dirty="0">
                          <a:solidFill>
                            <a:schemeClr val="tx1"/>
                          </a:solidFill>
                        </a:rPr>
                        <a:t>1,3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0" dirty="0">
                          <a:solidFill>
                            <a:schemeClr val="tx1"/>
                          </a:solidFill>
                        </a:rPr>
                        <a:t>2,3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0" dirty="0">
                          <a:solidFill>
                            <a:schemeClr val="tx1"/>
                          </a:solidFill>
                        </a:rPr>
                        <a:t>3,3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0" dirty="0">
                          <a:solidFill>
                            <a:schemeClr val="tx1"/>
                          </a:solidFill>
                        </a:rPr>
                        <a:t>4,3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77946960"/>
                  </a:ext>
                </a:extLst>
              </a:tr>
              <a:tr h="496490">
                <a:tc>
                  <a:txBody>
                    <a:bodyPr/>
                    <a:lstStyle/>
                    <a:p>
                      <a:pPr algn="ctr"/>
                      <a:r>
                        <a:rPr lang="en-US" b="0" dirty="0">
                          <a:solidFill>
                            <a:schemeClr val="tx1"/>
                          </a:solidFill>
                        </a:rPr>
                        <a:t>1,2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0" dirty="0">
                          <a:solidFill>
                            <a:schemeClr val="tx1"/>
                          </a:solidFill>
                        </a:rPr>
                        <a:t>2,2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0" dirty="0">
                          <a:solidFill>
                            <a:schemeClr val="tx1"/>
                          </a:solidFill>
                        </a:rPr>
                        <a:t>3,2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0" dirty="0">
                          <a:solidFill>
                            <a:schemeClr val="tx1"/>
                          </a:solidFill>
                        </a:rPr>
                        <a:t>4,2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0584525"/>
                  </a:ext>
                </a:extLst>
              </a:tr>
              <a:tr h="496490">
                <a:tc>
                  <a:txBody>
                    <a:bodyPr/>
                    <a:lstStyle/>
                    <a:p>
                      <a:pPr algn="ctr"/>
                      <a:r>
                        <a:rPr lang="en-US" b="0" dirty="0">
                          <a:solidFill>
                            <a:schemeClr val="tx1"/>
                          </a:solidFill>
                        </a:rPr>
                        <a:t>1,1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0" dirty="0">
                          <a:solidFill>
                            <a:schemeClr val="tx1"/>
                          </a:solidFill>
                        </a:rPr>
                        <a:t>2,1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0" dirty="0">
                          <a:solidFill>
                            <a:schemeClr val="tx1"/>
                          </a:solidFill>
                        </a:rPr>
                        <a:t>3,1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0" dirty="0">
                          <a:solidFill>
                            <a:schemeClr val="tx1"/>
                          </a:solidFill>
                        </a:rPr>
                        <a:t>4,1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62431636"/>
                  </a:ext>
                </a:extLst>
              </a:tr>
            </a:tbl>
          </a:graphicData>
        </a:graphic>
      </p:graphicFrame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5F95EB8E-6CBC-18DD-BB49-B0BF96CD58AD}"/>
                  </a:ext>
                </a:extLst>
              </p:cNvPr>
              <p:cNvSpPr txBox="1"/>
              <p:nvPr/>
            </p:nvSpPr>
            <p:spPr>
              <a:xfrm>
                <a:off x="2183130" y="2767926"/>
                <a:ext cx="504825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400" b="0" i="1" dirty="0" smtClean="0">
                          <a:latin typeface="Cambria Math" panose="02040503050406030204" pitchFamily="18" charset="0"/>
                        </a:rPr>
                        <m:t>2</m:t>
                      </m:r>
                    </m:oMath>
                  </m:oMathPara>
                </a14:m>
                <a:endParaRPr/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5F95EB8E-6CBC-18DD-BB49-B0BF96CD58A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183130" y="2767926"/>
                <a:ext cx="504825" cy="307777"/>
              </a:xfrm>
              <a:prstGeom prst="rect">
                <a:avLst/>
              </a:prstGeom>
              <a:blipFill>
                <a:blip r:embed="rId2"/>
                <a:stretch>
                  <a:fillRect t="-5882" b="-1764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3F475687-3690-12BE-C367-C2C1B5996F00}"/>
                  </a:ext>
                </a:extLst>
              </p:cNvPr>
              <p:cNvSpPr txBox="1"/>
              <p:nvPr/>
            </p:nvSpPr>
            <p:spPr>
              <a:xfrm>
                <a:off x="1683067" y="2767926"/>
                <a:ext cx="504825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400" b="0" i="1" dirty="0" smtClean="0">
                          <a:latin typeface="Cambria Math" panose="02040503050406030204" pitchFamily="18" charset="0"/>
                        </a:rPr>
                        <m:t>1</m:t>
                      </m:r>
                    </m:oMath>
                  </m:oMathPara>
                </a14:m>
                <a:endParaRPr/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3F475687-3690-12BE-C367-C2C1B5996F0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683067" y="2767926"/>
                <a:ext cx="504825" cy="307777"/>
              </a:xfrm>
              <a:prstGeom prst="rect">
                <a:avLst/>
              </a:prstGeom>
              <a:blipFill>
                <a:blip r:embed="rId3"/>
                <a:stretch>
                  <a:fillRect t="-5882" b="-1764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B4201037-C1A1-002F-9AC0-15813C1ADC48}"/>
                  </a:ext>
                </a:extLst>
              </p:cNvPr>
              <p:cNvSpPr txBox="1"/>
              <p:nvPr/>
            </p:nvSpPr>
            <p:spPr>
              <a:xfrm>
                <a:off x="2692717" y="2767926"/>
                <a:ext cx="504825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400" i="1" dirty="0">
                          <a:latin typeface="Cambria Math" panose="02040503050406030204" pitchFamily="18" charset="0"/>
                        </a:rPr>
                        <m:t>3</m:t>
                      </m:r>
                    </m:oMath>
                  </m:oMathPara>
                </a14:m>
                <a:endParaRPr/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B4201037-C1A1-002F-9AC0-15813C1ADC4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692717" y="2767926"/>
                <a:ext cx="504825" cy="307777"/>
              </a:xfrm>
              <a:prstGeom prst="rect">
                <a:avLst/>
              </a:prstGeom>
              <a:blipFill>
                <a:blip r:embed="rId4"/>
                <a:stretch>
                  <a:fillRect t="-5882" b="-1764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081B0C7B-162F-D1A5-CF0D-CBD9F9D23CF1}"/>
                  </a:ext>
                </a:extLst>
              </p:cNvPr>
              <p:cNvSpPr txBox="1"/>
              <p:nvPr/>
            </p:nvSpPr>
            <p:spPr>
              <a:xfrm>
                <a:off x="3185637" y="2767926"/>
                <a:ext cx="504825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400" i="1" dirty="0">
                          <a:latin typeface="Cambria Math" panose="02040503050406030204" pitchFamily="18" charset="0"/>
                        </a:rPr>
                        <m:t>4</m:t>
                      </m:r>
                    </m:oMath>
                  </m:oMathPara>
                </a14:m>
                <a:endParaRPr/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081B0C7B-162F-D1A5-CF0D-CBD9F9D23CF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185637" y="2767926"/>
                <a:ext cx="504825" cy="307777"/>
              </a:xfrm>
              <a:prstGeom prst="rect">
                <a:avLst/>
              </a:prstGeom>
              <a:blipFill>
                <a:blip r:embed="rId5"/>
                <a:stretch>
                  <a:fillRect t="-5882" b="-1764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90F7EB76-9AC0-AEDA-96FB-0C387B721BC2}"/>
                  </a:ext>
                </a:extLst>
              </p:cNvPr>
              <p:cNvSpPr txBox="1"/>
              <p:nvPr/>
            </p:nvSpPr>
            <p:spPr>
              <a:xfrm>
                <a:off x="1202227" y="2317448"/>
                <a:ext cx="504825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400" b="0" i="1" dirty="0" smtClean="0">
                          <a:latin typeface="Cambria Math" panose="02040503050406030204" pitchFamily="18" charset="0"/>
                        </a:rPr>
                        <m:t>1</m:t>
                      </m:r>
                    </m:oMath>
                  </m:oMathPara>
                </a14:m>
                <a:endParaRPr/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90F7EB76-9AC0-AEDA-96FB-0C387B721BC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02227" y="2317448"/>
                <a:ext cx="504825" cy="307777"/>
              </a:xfrm>
              <a:prstGeom prst="rect">
                <a:avLst/>
              </a:prstGeom>
              <a:blipFill>
                <a:blip r:embed="rId3"/>
                <a:stretch>
                  <a:fillRect t="-5882" b="-1764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95E5B74B-A142-243D-EB07-C1443755B5B2}"/>
                  </a:ext>
                </a:extLst>
              </p:cNvPr>
              <p:cNvSpPr txBox="1"/>
              <p:nvPr/>
            </p:nvSpPr>
            <p:spPr>
              <a:xfrm>
                <a:off x="1202227" y="831451"/>
                <a:ext cx="504825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400" i="1" dirty="0">
                          <a:latin typeface="Cambria Math" panose="02040503050406030204" pitchFamily="18" charset="0"/>
                        </a:rPr>
                        <m:t>4</m:t>
                      </m:r>
                    </m:oMath>
                  </m:oMathPara>
                </a14:m>
                <a:endParaRPr/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95E5B74B-A142-243D-EB07-C1443755B5B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02227" y="831451"/>
                <a:ext cx="504825" cy="307777"/>
              </a:xfrm>
              <a:prstGeom prst="rect">
                <a:avLst/>
              </a:prstGeom>
              <a:blipFill>
                <a:blip r:embed="rId6"/>
                <a:stretch>
                  <a:fillRect t="-3922" b="-1764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CE3A8AA3-723F-5C88-1D62-DB2B8C0D4441}"/>
                  </a:ext>
                </a:extLst>
              </p:cNvPr>
              <p:cNvSpPr txBox="1"/>
              <p:nvPr/>
            </p:nvSpPr>
            <p:spPr>
              <a:xfrm>
                <a:off x="1202227" y="1337296"/>
                <a:ext cx="504825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400" i="1" dirty="0">
                          <a:latin typeface="Cambria Math" panose="02040503050406030204" pitchFamily="18" charset="0"/>
                        </a:rPr>
                        <m:t>3</m:t>
                      </m:r>
                    </m:oMath>
                  </m:oMathPara>
                </a14:m>
                <a:endParaRPr/>
              </a:p>
            </p:txBody>
          </p:sp>
        </mc:Choice>
        <mc:Fallback xmlns="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CE3A8AA3-723F-5C88-1D62-DB2B8C0D444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02227" y="1337296"/>
                <a:ext cx="504825" cy="307777"/>
              </a:xfrm>
              <a:prstGeom prst="rect">
                <a:avLst/>
              </a:prstGeom>
              <a:blipFill>
                <a:blip r:embed="rId7"/>
                <a:stretch>
                  <a:fillRect t="-3922" b="-1764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B50200EA-6AAB-363A-5395-4F73E58935C6}"/>
                  </a:ext>
                </a:extLst>
              </p:cNvPr>
              <p:cNvSpPr txBox="1"/>
              <p:nvPr/>
            </p:nvSpPr>
            <p:spPr>
              <a:xfrm>
                <a:off x="1202227" y="1811603"/>
                <a:ext cx="504825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400" b="0" i="1" dirty="0" smtClean="0">
                          <a:latin typeface="Cambria Math" panose="02040503050406030204" pitchFamily="18" charset="0"/>
                        </a:rPr>
                        <m:t>2</m:t>
                      </m:r>
                    </m:oMath>
                  </m:oMathPara>
                </a14:m>
                <a:endParaRPr/>
              </a:p>
            </p:txBody>
          </p:sp>
        </mc:Choice>
        <mc:Fallback xmlns="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B50200EA-6AAB-363A-5395-4F73E58935C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02227" y="1811603"/>
                <a:ext cx="504825" cy="307777"/>
              </a:xfrm>
              <a:prstGeom prst="rect">
                <a:avLst/>
              </a:prstGeom>
              <a:blipFill>
                <a:blip r:embed="rId2"/>
                <a:stretch>
                  <a:fillRect t="-5882" b="-1764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10D92564-96C9-450A-B7D7-C0DBDA054664}"/>
                  </a:ext>
                </a:extLst>
              </p:cNvPr>
              <p:cNvSpPr txBox="1"/>
              <p:nvPr/>
            </p:nvSpPr>
            <p:spPr>
              <a:xfrm>
                <a:off x="1931908" y="3075703"/>
                <a:ext cx="721519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400" b="0" i="1" dirty="0" smtClean="0">
                          <a:latin typeface="Cambria Math" panose="02040503050406030204" pitchFamily="18" charset="0"/>
                        </a:rPr>
                        <m:t>𝑋</m:t>
                      </m:r>
                      <m:r>
                        <a:rPr lang="en-US" sz="1400" b="0" i="1" dirty="0" smtClean="0">
                          <a:latin typeface="Cambria Math" panose="02040503050406030204" pitchFamily="18" charset="0"/>
                        </a:rPr>
                        <m:t>=</m:t>
                      </m:r>
                    </m:oMath>
                  </m:oMathPara>
                </a14:m>
                <a:endParaRPr/>
              </a:p>
            </p:txBody>
          </p:sp>
        </mc:Choice>
        <mc:Fallback xmlns="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10D92564-96C9-450A-B7D7-C0DBDA05466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931908" y="3075703"/>
                <a:ext cx="721519" cy="307777"/>
              </a:xfrm>
              <a:prstGeom prst="rect">
                <a:avLst/>
              </a:prstGeom>
              <a:blipFill>
                <a:blip r:embed="rId8"/>
                <a:stretch>
                  <a:fillRect t="-6000" b="-18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4" name="TextBox 13">
            <a:extLst>
              <a:ext uri="{FF2B5EF4-FFF2-40B4-BE49-F238E27FC236}">
                <a16:creationId xmlns:a16="http://schemas.microsoft.com/office/drawing/2014/main" id="{C9245AA1-9CC6-A1EC-90B0-7BF855121B88}"/>
              </a:ext>
            </a:extLst>
          </p:cNvPr>
          <p:cNvSpPr txBox="1"/>
          <p:nvPr/>
        </p:nvSpPr>
        <p:spPr>
          <a:xfrm>
            <a:off x="2423636" y="3075703"/>
            <a:ext cx="96916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Georgia" panose="02040502050405020303" pitchFamily="18" charset="0"/>
              </a:rPr>
              <a:t>First roll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AAD22F24-F61B-D893-5030-4166427F9E64}"/>
                  </a:ext>
                </a:extLst>
              </p:cNvPr>
              <p:cNvSpPr txBox="1"/>
              <p:nvPr/>
            </p:nvSpPr>
            <p:spPr>
              <a:xfrm>
                <a:off x="452978" y="1477385"/>
                <a:ext cx="721519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400" b="0" i="1" dirty="0" smtClean="0">
                          <a:latin typeface="Cambria Math" panose="02040503050406030204" pitchFamily="18" charset="0"/>
                        </a:rPr>
                        <m:t>𝑌</m:t>
                      </m:r>
                      <m:r>
                        <a:rPr lang="en-US" sz="1400" b="0" i="1" dirty="0" smtClean="0">
                          <a:latin typeface="Cambria Math" panose="02040503050406030204" pitchFamily="18" charset="0"/>
                        </a:rPr>
                        <m:t>=</m:t>
                      </m:r>
                    </m:oMath>
                  </m:oMathPara>
                </a14:m>
                <a:endParaRPr/>
              </a:p>
            </p:txBody>
          </p:sp>
        </mc:Choice>
        <mc:Fallback xmlns="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AAD22F24-F61B-D893-5030-4166427F9E6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2978" y="1477385"/>
                <a:ext cx="721519" cy="307777"/>
              </a:xfrm>
              <a:prstGeom prst="rect">
                <a:avLst/>
              </a:prstGeom>
              <a:blipFill>
                <a:blip r:embed="rId9"/>
                <a:stretch>
                  <a:fillRect t="-3922" b="-1764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6" name="TextBox 15">
            <a:extLst>
              <a:ext uri="{FF2B5EF4-FFF2-40B4-BE49-F238E27FC236}">
                <a16:creationId xmlns:a16="http://schemas.microsoft.com/office/drawing/2014/main" id="{E117802A-404E-F913-ABFC-5CF07884EB91}"/>
              </a:ext>
            </a:extLst>
          </p:cNvPr>
          <p:cNvSpPr txBox="1"/>
          <p:nvPr/>
        </p:nvSpPr>
        <p:spPr>
          <a:xfrm>
            <a:off x="298196" y="1662944"/>
            <a:ext cx="114657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Georgia" panose="02040502050405020303" pitchFamily="18" charset="0"/>
              </a:rPr>
              <a:t>Second roll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00CCD260-4724-5B66-64D8-F6745552216F}"/>
              </a:ext>
            </a:extLst>
          </p:cNvPr>
          <p:cNvSpPr txBox="1"/>
          <p:nvPr/>
        </p:nvSpPr>
        <p:spPr>
          <a:xfrm>
            <a:off x="1683067" y="286521"/>
            <a:ext cx="226687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Georgia" panose="02040502050405020303" pitchFamily="18" charset="0"/>
              </a:rPr>
              <a:t>* Tetrahedral die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3C05AAB4-B034-AE77-43C7-8E3F74D44ACD}"/>
                  </a:ext>
                </a:extLst>
              </p:cNvPr>
              <p:cNvSpPr txBox="1"/>
              <p:nvPr/>
            </p:nvSpPr>
            <p:spPr>
              <a:xfrm>
                <a:off x="3733801" y="827741"/>
                <a:ext cx="721519" cy="307777"/>
              </a:xfrm>
              <a:prstGeom prst="rect">
                <a:avLst/>
              </a:prstGeom>
              <a:solidFill>
                <a:schemeClr val="accent4">
                  <a:lumMod val="20000"/>
                  <a:lumOff val="80000"/>
                </a:schemeClr>
              </a:solidFill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400" b="0" i="1" dirty="0" smtClean="0">
                          <a:latin typeface="Cambria Math" panose="02040503050406030204" pitchFamily="18" charset="0"/>
                        </a:rPr>
                        <m:t>𝑍</m:t>
                      </m:r>
                      <m:r>
                        <a:rPr lang="en-US" sz="1400" b="0" i="1" dirty="0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1400" b="0" i="1" dirty="0" smtClean="0">
                          <a:latin typeface="Cambria Math" panose="02040503050406030204" pitchFamily="18" charset="0"/>
                        </a:rPr>
                        <m:t>4</m:t>
                      </m:r>
                    </m:oMath>
                  </m:oMathPara>
                </a14:m>
                <a:endParaRPr/>
              </a:p>
            </p:txBody>
          </p:sp>
        </mc:Choice>
        <mc:Fallback xmlns="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3C05AAB4-B034-AE77-43C7-8E3F74D44AC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733801" y="827741"/>
                <a:ext cx="721519" cy="307777"/>
              </a:xfrm>
              <a:prstGeom prst="rect">
                <a:avLst/>
              </a:prstGeom>
              <a:blipFill>
                <a:blip r:embed="rId10"/>
                <a:stretch>
                  <a:fillRect t="-6000" b="-18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2EE87CFD-5E6C-0BF3-8DC7-C9FBD570132B}"/>
                  </a:ext>
                </a:extLst>
              </p:cNvPr>
              <p:cNvSpPr txBox="1"/>
              <p:nvPr/>
            </p:nvSpPr>
            <p:spPr>
              <a:xfrm>
                <a:off x="3733801" y="1341206"/>
                <a:ext cx="721519" cy="307777"/>
              </a:xfrm>
              <a:prstGeom prst="rect">
                <a:avLst/>
              </a:prstGeom>
              <a:solidFill>
                <a:schemeClr val="accent5">
                  <a:lumMod val="20000"/>
                  <a:lumOff val="80000"/>
                </a:schemeClr>
              </a:solidFill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400" b="0" i="1" dirty="0" smtClean="0">
                          <a:latin typeface="Cambria Math" panose="02040503050406030204" pitchFamily="18" charset="0"/>
                        </a:rPr>
                        <m:t>𝑍</m:t>
                      </m:r>
                      <m:r>
                        <a:rPr lang="en-US" sz="1400" b="0" i="1" dirty="0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1400" b="0" i="1" dirty="0" smtClean="0">
                          <a:latin typeface="Cambria Math" panose="02040503050406030204" pitchFamily="18" charset="0"/>
                        </a:rPr>
                        <m:t>3</m:t>
                      </m:r>
                    </m:oMath>
                  </m:oMathPara>
                </a14:m>
                <a:endParaRPr/>
              </a:p>
            </p:txBody>
          </p:sp>
        </mc:Choice>
        <mc:Fallback xmlns="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2EE87CFD-5E6C-0BF3-8DC7-C9FBD570132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733801" y="1341206"/>
                <a:ext cx="721519" cy="307777"/>
              </a:xfrm>
              <a:prstGeom prst="rect">
                <a:avLst/>
              </a:prstGeom>
              <a:blipFill>
                <a:blip r:embed="rId11"/>
                <a:stretch>
                  <a:fillRect t="-5882" b="-1764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1B0619E8-74C4-D12A-A814-64C99131CCF8}"/>
                  </a:ext>
                </a:extLst>
              </p:cNvPr>
              <p:cNvSpPr txBox="1"/>
              <p:nvPr/>
            </p:nvSpPr>
            <p:spPr>
              <a:xfrm>
                <a:off x="3733801" y="1811603"/>
                <a:ext cx="721519" cy="307777"/>
              </a:xfrm>
              <a:prstGeom prst="rect">
                <a:avLst/>
              </a:prstGeom>
              <a:solidFill>
                <a:schemeClr val="accent6">
                  <a:lumMod val="20000"/>
                  <a:lumOff val="80000"/>
                </a:schemeClr>
              </a:solidFill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400" b="0" i="1" dirty="0" smtClean="0">
                          <a:latin typeface="Cambria Math" panose="02040503050406030204" pitchFamily="18" charset="0"/>
                        </a:rPr>
                        <m:t>𝑍</m:t>
                      </m:r>
                      <m:r>
                        <a:rPr lang="en-US" sz="1400" b="0" i="1" dirty="0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1400" b="0" i="1" dirty="0" smtClean="0">
                          <a:latin typeface="Cambria Math" panose="02040503050406030204" pitchFamily="18" charset="0"/>
                        </a:rPr>
                        <m:t>2</m:t>
                      </m:r>
                    </m:oMath>
                  </m:oMathPara>
                </a14:m>
                <a:endParaRPr/>
              </a:p>
            </p:txBody>
          </p:sp>
        </mc:Choice>
        <mc:Fallback xmlns="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1B0619E8-74C4-D12A-A814-64C99131CCF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733801" y="1811603"/>
                <a:ext cx="721519" cy="307777"/>
              </a:xfrm>
              <a:prstGeom prst="rect">
                <a:avLst/>
              </a:prstGeom>
              <a:blipFill>
                <a:blip r:embed="rId12"/>
                <a:stretch>
                  <a:fillRect t="-5882" b="-1764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441177A2-C295-7FA7-55CE-6090AE146DDE}"/>
                  </a:ext>
                </a:extLst>
              </p:cNvPr>
              <p:cNvSpPr txBox="1"/>
              <p:nvPr/>
            </p:nvSpPr>
            <p:spPr>
              <a:xfrm>
                <a:off x="3733801" y="2317448"/>
                <a:ext cx="721519" cy="307777"/>
              </a:xfrm>
              <a:prstGeom prst="rect">
                <a:avLst/>
              </a:prstGeom>
              <a:solidFill>
                <a:schemeClr val="accent2">
                  <a:lumMod val="20000"/>
                  <a:lumOff val="80000"/>
                </a:schemeClr>
              </a:solidFill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400" b="0" i="1" dirty="0" smtClean="0">
                          <a:latin typeface="Cambria Math" panose="02040503050406030204" pitchFamily="18" charset="0"/>
                        </a:rPr>
                        <m:t>𝑍</m:t>
                      </m:r>
                      <m:r>
                        <a:rPr lang="en-US" sz="1400" b="0" i="1" dirty="0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1400" b="0" i="1" dirty="0" smtClean="0">
                          <a:latin typeface="Cambria Math" panose="02040503050406030204" pitchFamily="18" charset="0"/>
                        </a:rPr>
                        <m:t>1</m:t>
                      </m:r>
                    </m:oMath>
                  </m:oMathPara>
                </a14:m>
                <a:endParaRPr/>
              </a:p>
            </p:txBody>
          </p:sp>
        </mc:Choice>
        <mc:Fallback xmlns="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441177A2-C295-7FA7-55CE-6090AE146DD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733801" y="2317448"/>
                <a:ext cx="721519" cy="307777"/>
              </a:xfrm>
              <a:prstGeom prst="rect">
                <a:avLst/>
              </a:prstGeom>
              <a:blipFill>
                <a:blip r:embed="rId13"/>
                <a:stretch>
                  <a:fillRect t="-5882" b="-1764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3" name="타원 22">
            <a:extLst>
              <a:ext uri="{FF2B5EF4-FFF2-40B4-BE49-F238E27FC236}">
                <a16:creationId xmlns:a16="http://schemas.microsoft.com/office/drawing/2014/main" id="{CE287689-E324-254D-0DA7-4DDC9C13BD92}"/>
              </a:ext>
            </a:extLst>
          </p:cNvPr>
          <p:cNvSpPr/>
          <p:nvPr/>
        </p:nvSpPr>
        <p:spPr>
          <a:xfrm>
            <a:off x="7897651" y="2391919"/>
            <a:ext cx="108929" cy="98330"/>
          </a:xfrm>
          <a:prstGeom prst="ellipse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타원 23">
            <a:extLst>
              <a:ext uri="{FF2B5EF4-FFF2-40B4-BE49-F238E27FC236}">
                <a16:creationId xmlns:a16="http://schemas.microsoft.com/office/drawing/2014/main" id="{2E7BFF1C-F287-FD55-5903-547D482E3403}"/>
              </a:ext>
            </a:extLst>
          </p:cNvPr>
          <p:cNvSpPr/>
          <p:nvPr/>
        </p:nvSpPr>
        <p:spPr>
          <a:xfrm>
            <a:off x="7544423" y="1672149"/>
            <a:ext cx="108929" cy="98330"/>
          </a:xfrm>
          <a:prstGeom prst="ellipse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타원 24">
            <a:extLst>
              <a:ext uri="{FF2B5EF4-FFF2-40B4-BE49-F238E27FC236}">
                <a16:creationId xmlns:a16="http://schemas.microsoft.com/office/drawing/2014/main" id="{176BFED5-0DC3-23C2-E022-4C5D0939E7AA}"/>
              </a:ext>
            </a:extLst>
          </p:cNvPr>
          <p:cNvSpPr/>
          <p:nvPr/>
        </p:nvSpPr>
        <p:spPr>
          <a:xfrm>
            <a:off x="8098040" y="1215470"/>
            <a:ext cx="108929" cy="98330"/>
          </a:xfrm>
          <a:prstGeom prst="ellipse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타원 25">
            <a:extLst>
              <a:ext uri="{FF2B5EF4-FFF2-40B4-BE49-F238E27FC236}">
                <a16:creationId xmlns:a16="http://schemas.microsoft.com/office/drawing/2014/main" id="{974FCFFE-A5BC-E4DC-4024-E90B523162B7}"/>
              </a:ext>
            </a:extLst>
          </p:cNvPr>
          <p:cNvSpPr/>
          <p:nvPr/>
        </p:nvSpPr>
        <p:spPr>
          <a:xfrm>
            <a:off x="9062060" y="1018618"/>
            <a:ext cx="108929" cy="98330"/>
          </a:xfrm>
          <a:prstGeom prst="ellipse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타원 26">
            <a:extLst>
              <a:ext uri="{FF2B5EF4-FFF2-40B4-BE49-F238E27FC236}">
                <a16:creationId xmlns:a16="http://schemas.microsoft.com/office/drawing/2014/main" id="{040DFB1A-A3B1-0DDF-FF25-3616B8C44D07}"/>
              </a:ext>
            </a:extLst>
          </p:cNvPr>
          <p:cNvSpPr/>
          <p:nvPr/>
        </p:nvSpPr>
        <p:spPr>
          <a:xfrm>
            <a:off x="10408779" y="953331"/>
            <a:ext cx="108929" cy="98330"/>
          </a:xfrm>
          <a:prstGeom prst="ellipse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타원 27">
            <a:extLst>
              <a:ext uri="{FF2B5EF4-FFF2-40B4-BE49-F238E27FC236}">
                <a16:creationId xmlns:a16="http://schemas.microsoft.com/office/drawing/2014/main" id="{E1041657-A4C6-4221-1905-1157020DE083}"/>
              </a:ext>
            </a:extLst>
          </p:cNvPr>
          <p:cNvSpPr/>
          <p:nvPr/>
        </p:nvSpPr>
        <p:spPr>
          <a:xfrm>
            <a:off x="8706672" y="1518261"/>
            <a:ext cx="108929" cy="98330"/>
          </a:xfrm>
          <a:prstGeom prst="ellipse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타원 28">
            <a:extLst>
              <a:ext uri="{FF2B5EF4-FFF2-40B4-BE49-F238E27FC236}">
                <a16:creationId xmlns:a16="http://schemas.microsoft.com/office/drawing/2014/main" id="{23184F60-91E7-7172-568E-0B7F07FDADA4}"/>
              </a:ext>
            </a:extLst>
          </p:cNvPr>
          <p:cNvSpPr/>
          <p:nvPr/>
        </p:nvSpPr>
        <p:spPr>
          <a:xfrm>
            <a:off x="8953131" y="2043885"/>
            <a:ext cx="108929" cy="98330"/>
          </a:xfrm>
          <a:prstGeom prst="ellipse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타원 29">
            <a:extLst>
              <a:ext uri="{FF2B5EF4-FFF2-40B4-BE49-F238E27FC236}">
                <a16:creationId xmlns:a16="http://schemas.microsoft.com/office/drawing/2014/main" id="{2FD2735D-3187-0011-82FD-8EE925ED082A}"/>
              </a:ext>
            </a:extLst>
          </p:cNvPr>
          <p:cNvSpPr/>
          <p:nvPr/>
        </p:nvSpPr>
        <p:spPr>
          <a:xfrm>
            <a:off x="9730682" y="1518261"/>
            <a:ext cx="108929" cy="98330"/>
          </a:xfrm>
          <a:prstGeom prst="ellipse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타원 30">
            <a:extLst>
              <a:ext uri="{FF2B5EF4-FFF2-40B4-BE49-F238E27FC236}">
                <a16:creationId xmlns:a16="http://schemas.microsoft.com/office/drawing/2014/main" id="{7D15E92D-7035-E4A1-AA39-0009114E512E}"/>
              </a:ext>
            </a:extLst>
          </p:cNvPr>
          <p:cNvSpPr/>
          <p:nvPr/>
        </p:nvSpPr>
        <p:spPr>
          <a:xfrm>
            <a:off x="10223666" y="1994720"/>
            <a:ext cx="108929" cy="98330"/>
          </a:xfrm>
          <a:prstGeom prst="ellipse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타원 31">
            <a:extLst>
              <a:ext uri="{FF2B5EF4-FFF2-40B4-BE49-F238E27FC236}">
                <a16:creationId xmlns:a16="http://schemas.microsoft.com/office/drawing/2014/main" id="{FC45421A-EEE9-B44E-F288-CCF49D397ADE}"/>
              </a:ext>
            </a:extLst>
          </p:cNvPr>
          <p:cNvSpPr/>
          <p:nvPr/>
        </p:nvSpPr>
        <p:spPr>
          <a:xfrm>
            <a:off x="10823936" y="2441084"/>
            <a:ext cx="108929" cy="98330"/>
          </a:xfrm>
          <a:prstGeom prst="ellipse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4" name="TextBox 33">
                <a:extLst>
                  <a:ext uri="{FF2B5EF4-FFF2-40B4-BE49-F238E27FC236}">
                    <a16:creationId xmlns:a16="http://schemas.microsoft.com/office/drawing/2014/main" id="{D2DCFF49-D48A-DC52-AF30-AB06871287AC}"/>
                  </a:ext>
                </a:extLst>
              </p:cNvPr>
              <p:cNvSpPr txBox="1"/>
              <p:nvPr/>
            </p:nvSpPr>
            <p:spPr>
              <a:xfrm>
                <a:off x="9376377" y="1648710"/>
                <a:ext cx="560732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 dirty="0" smtClean="0">
                          <a:latin typeface="Cambria Math" panose="02040503050406030204" pitchFamily="18" charset="0"/>
                        </a:rPr>
                        <m:t>𝐴</m:t>
                      </m:r>
                    </m:oMath>
                  </m:oMathPara>
                </a14:m>
                <a:endParaRPr/>
              </a:p>
            </p:txBody>
          </p:sp>
        </mc:Choice>
        <mc:Fallback xmlns="">
          <p:sp>
            <p:nvSpPr>
              <p:cNvPr id="34" name="TextBox 33">
                <a:extLst>
                  <a:ext uri="{FF2B5EF4-FFF2-40B4-BE49-F238E27FC236}">
                    <a16:creationId xmlns:a16="http://schemas.microsoft.com/office/drawing/2014/main" id="{D2DCFF49-D48A-DC52-AF30-AB06871287A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376377" y="1648710"/>
                <a:ext cx="560732" cy="369332"/>
              </a:xfrm>
              <a:prstGeom prst="rect">
                <a:avLst/>
              </a:prstGeom>
              <a:blipFill>
                <a:blip r:embed="rId14"/>
                <a:stretch>
                  <a:fillRect t="-9836" b="-2295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5" name="TextBox 34">
            <a:extLst>
              <a:ext uri="{FF2B5EF4-FFF2-40B4-BE49-F238E27FC236}">
                <a16:creationId xmlns:a16="http://schemas.microsoft.com/office/drawing/2014/main" id="{55C63ABD-1748-434D-9129-302846789BD2}"/>
              </a:ext>
            </a:extLst>
          </p:cNvPr>
          <p:cNvSpPr txBox="1"/>
          <p:nvPr/>
        </p:nvSpPr>
        <p:spPr>
          <a:xfrm>
            <a:off x="8971307" y="1686943"/>
            <a:ext cx="69874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Georgia" panose="02040502050405020303" pitchFamily="18" charset="0"/>
              </a:rPr>
              <a:t>Event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7353810C-9F1F-8C24-5B69-FC5E40532725}"/>
              </a:ext>
            </a:extLst>
          </p:cNvPr>
          <p:cNvSpPr txBox="1"/>
          <p:nvPr/>
        </p:nvSpPr>
        <p:spPr>
          <a:xfrm>
            <a:off x="7346779" y="612597"/>
            <a:ext cx="126015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Georgia" panose="02040502050405020303" pitchFamily="18" charset="0"/>
              </a:rPr>
              <a:t>Sample space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9" name="TextBox 38">
                <a:extLst>
                  <a:ext uri="{FF2B5EF4-FFF2-40B4-BE49-F238E27FC236}">
                    <a16:creationId xmlns:a16="http://schemas.microsoft.com/office/drawing/2014/main" id="{75C77223-EEE2-65E1-C251-B0C4ABD0E91E}"/>
                  </a:ext>
                </a:extLst>
              </p:cNvPr>
              <p:cNvSpPr txBox="1"/>
              <p:nvPr/>
            </p:nvSpPr>
            <p:spPr>
              <a:xfrm>
                <a:off x="8551142" y="627985"/>
                <a:ext cx="232435" cy="30777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l-GR" sz="2000" i="1" smtClean="0">
                          <a:latin typeface="Cambria Math" panose="02040503050406030204" pitchFamily="18" charset="0"/>
                        </a:rPr>
                        <m:t>Ω</m:t>
                      </m:r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39" name="TextBox 38">
                <a:extLst>
                  <a:ext uri="{FF2B5EF4-FFF2-40B4-BE49-F238E27FC236}">
                    <a16:creationId xmlns:a16="http://schemas.microsoft.com/office/drawing/2014/main" id="{75C77223-EEE2-65E1-C251-B0C4ABD0E91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551142" y="627985"/>
                <a:ext cx="232435" cy="307777"/>
              </a:xfrm>
              <a:prstGeom prst="rect">
                <a:avLst/>
              </a:prstGeom>
              <a:blipFill>
                <a:blip r:embed="rId15"/>
                <a:stretch>
                  <a:fillRect l="-26316" r="-26316" b="-588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026" name="Picture 2">
            <a:extLst>
              <a:ext uri="{FF2B5EF4-FFF2-40B4-BE49-F238E27FC236}">
                <a16:creationId xmlns:a16="http://schemas.microsoft.com/office/drawing/2014/main" id="{0E5C1392-BF21-D7DE-4CDF-A3A3BF063A6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091238" y="3424238"/>
            <a:ext cx="9525" cy="95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40" name="직선 화살표 연결선 39">
            <a:extLst>
              <a:ext uri="{FF2B5EF4-FFF2-40B4-BE49-F238E27FC236}">
                <a16:creationId xmlns:a16="http://schemas.microsoft.com/office/drawing/2014/main" id="{791C504C-AD5C-4318-A8A4-3A9AFF7C0E9C}"/>
              </a:ext>
            </a:extLst>
          </p:cNvPr>
          <p:cNvCxnSpPr>
            <a:cxnSpLocks/>
          </p:cNvCxnSpPr>
          <p:nvPr/>
        </p:nvCxnSpPr>
        <p:spPr>
          <a:xfrm flipV="1">
            <a:off x="4744844" y="4476996"/>
            <a:ext cx="0" cy="1785995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직선 화살표 연결선 40">
            <a:extLst>
              <a:ext uri="{FF2B5EF4-FFF2-40B4-BE49-F238E27FC236}">
                <a16:creationId xmlns:a16="http://schemas.microsoft.com/office/drawing/2014/main" id="{DD2A244A-6334-6B1B-B878-719DD7ACC4DB}"/>
              </a:ext>
            </a:extLst>
          </p:cNvPr>
          <p:cNvCxnSpPr>
            <a:cxnSpLocks/>
          </p:cNvCxnSpPr>
          <p:nvPr/>
        </p:nvCxnSpPr>
        <p:spPr>
          <a:xfrm>
            <a:off x="4511655" y="6068361"/>
            <a:ext cx="1869309" cy="0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직선 연결선 41">
            <a:extLst>
              <a:ext uri="{FF2B5EF4-FFF2-40B4-BE49-F238E27FC236}">
                <a16:creationId xmlns:a16="http://schemas.microsoft.com/office/drawing/2014/main" id="{14292AB8-5A39-FBCD-ADBB-40589CA8F6E7}"/>
              </a:ext>
            </a:extLst>
          </p:cNvPr>
          <p:cNvCxnSpPr/>
          <p:nvPr/>
        </p:nvCxnSpPr>
        <p:spPr>
          <a:xfrm>
            <a:off x="4744844" y="4800846"/>
            <a:ext cx="1274170" cy="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직선 연결선 42">
            <a:extLst>
              <a:ext uri="{FF2B5EF4-FFF2-40B4-BE49-F238E27FC236}">
                <a16:creationId xmlns:a16="http://schemas.microsoft.com/office/drawing/2014/main" id="{E0C41229-C3F4-F810-05F6-D12138F478CA}"/>
              </a:ext>
            </a:extLst>
          </p:cNvPr>
          <p:cNvCxnSpPr>
            <a:cxnSpLocks/>
          </p:cNvCxnSpPr>
          <p:nvPr/>
        </p:nvCxnSpPr>
        <p:spPr>
          <a:xfrm>
            <a:off x="6019014" y="4800846"/>
            <a:ext cx="0" cy="1267515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44" name="TextBox 43">
                <a:extLst>
                  <a:ext uri="{FF2B5EF4-FFF2-40B4-BE49-F238E27FC236}">
                    <a16:creationId xmlns:a16="http://schemas.microsoft.com/office/drawing/2014/main" id="{8B67FFF3-BBFB-BF54-2852-7CE2C589FD89}"/>
                  </a:ext>
                </a:extLst>
              </p:cNvPr>
              <p:cNvSpPr txBox="1"/>
              <p:nvPr/>
            </p:nvSpPr>
            <p:spPr>
              <a:xfrm>
                <a:off x="6137903" y="6000996"/>
                <a:ext cx="476250" cy="37147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 dirty="0" smtClean="0">
                          <a:latin typeface="Cambria Math" panose="02040503050406030204" pitchFamily="18" charset="0"/>
                        </a:rPr>
                        <m:t>𝑥</m:t>
                      </m:r>
                    </m:oMath>
                  </m:oMathPara>
                </a14:m>
                <a:endParaRPr/>
              </a:p>
            </p:txBody>
          </p:sp>
        </mc:Choice>
        <mc:Fallback xmlns="">
          <p:sp>
            <p:nvSpPr>
              <p:cNvPr id="44" name="TextBox 43">
                <a:extLst>
                  <a:ext uri="{FF2B5EF4-FFF2-40B4-BE49-F238E27FC236}">
                    <a16:creationId xmlns:a16="http://schemas.microsoft.com/office/drawing/2014/main" id="{8B67FFF3-BBFB-BF54-2852-7CE2C589FD8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137903" y="6000996"/>
                <a:ext cx="476250" cy="371475"/>
              </a:xfrm>
              <a:prstGeom prst="rect">
                <a:avLst/>
              </a:prstGeom>
              <a:blipFill>
                <a:blip r:embed="rId17"/>
                <a:stretch>
                  <a:fillRect t="-9836" r="-2564" b="-2295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5" name="TextBox 44">
                <a:extLst>
                  <a:ext uri="{FF2B5EF4-FFF2-40B4-BE49-F238E27FC236}">
                    <a16:creationId xmlns:a16="http://schemas.microsoft.com/office/drawing/2014/main" id="{B757A135-FB5F-5BCB-F479-677CCADDC527}"/>
                  </a:ext>
                </a:extLst>
              </p:cNvPr>
              <p:cNvSpPr txBox="1"/>
              <p:nvPr/>
            </p:nvSpPr>
            <p:spPr>
              <a:xfrm>
                <a:off x="4397355" y="4267446"/>
                <a:ext cx="476250" cy="37147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dirty="0" smtClean="0">
                          <a:latin typeface="Cambria Math" panose="02040503050406030204" pitchFamily="18" charset="0"/>
                        </a:rPr>
                        <m:t>𝑦</m:t>
                      </m:r>
                    </m:oMath>
                  </m:oMathPara>
                </a14:m>
                <a:endParaRPr/>
              </a:p>
            </p:txBody>
          </p:sp>
        </mc:Choice>
        <mc:Fallback xmlns="">
          <p:sp>
            <p:nvSpPr>
              <p:cNvPr id="45" name="TextBox 44">
                <a:extLst>
                  <a:ext uri="{FF2B5EF4-FFF2-40B4-BE49-F238E27FC236}">
                    <a16:creationId xmlns:a16="http://schemas.microsoft.com/office/drawing/2014/main" id="{B757A135-FB5F-5BCB-F479-677CCADDC52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397355" y="4267446"/>
                <a:ext cx="476250" cy="371475"/>
              </a:xfrm>
              <a:prstGeom prst="rect">
                <a:avLst/>
              </a:prstGeom>
              <a:blipFill>
                <a:blip r:embed="rId18"/>
                <a:stretch>
                  <a:fillRect t="-9836" r="-5128" b="-2295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6" name="TextBox 45">
                <a:extLst>
                  <a:ext uri="{FF2B5EF4-FFF2-40B4-BE49-F238E27FC236}">
                    <a16:creationId xmlns:a16="http://schemas.microsoft.com/office/drawing/2014/main" id="{285BAA0C-CA7C-F9E2-0513-AE5922A3DA37}"/>
                  </a:ext>
                </a:extLst>
              </p:cNvPr>
              <p:cNvSpPr txBox="1"/>
              <p:nvPr/>
            </p:nvSpPr>
            <p:spPr>
              <a:xfrm>
                <a:off x="4359201" y="4654006"/>
                <a:ext cx="476250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400" b="0" i="1" dirty="0" smtClean="0">
                          <a:latin typeface="Cambria Math" panose="02040503050406030204" pitchFamily="18" charset="0"/>
                        </a:rPr>
                        <m:t>1</m:t>
                      </m:r>
                    </m:oMath>
                  </m:oMathPara>
                </a14:m>
                <a:endParaRPr/>
              </a:p>
            </p:txBody>
          </p:sp>
        </mc:Choice>
        <mc:Fallback xmlns="">
          <p:sp>
            <p:nvSpPr>
              <p:cNvPr id="46" name="TextBox 45">
                <a:extLst>
                  <a:ext uri="{FF2B5EF4-FFF2-40B4-BE49-F238E27FC236}">
                    <a16:creationId xmlns:a16="http://schemas.microsoft.com/office/drawing/2014/main" id="{285BAA0C-CA7C-F9E2-0513-AE5922A3DA3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359201" y="4654006"/>
                <a:ext cx="476250" cy="307777"/>
              </a:xfrm>
              <a:prstGeom prst="rect">
                <a:avLst/>
              </a:prstGeom>
              <a:blipFill>
                <a:blip r:embed="rId19"/>
                <a:stretch>
                  <a:fillRect t="-3922" b="-1764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7" name="TextBox 46">
                <a:extLst>
                  <a:ext uri="{FF2B5EF4-FFF2-40B4-BE49-F238E27FC236}">
                    <a16:creationId xmlns:a16="http://schemas.microsoft.com/office/drawing/2014/main" id="{50F2E0CF-4158-6E05-9266-BEA061F984F5}"/>
                  </a:ext>
                </a:extLst>
              </p:cNvPr>
              <p:cNvSpPr txBox="1"/>
              <p:nvPr/>
            </p:nvSpPr>
            <p:spPr>
              <a:xfrm>
                <a:off x="5780889" y="6068361"/>
                <a:ext cx="476250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400" b="0" i="1" dirty="0" smtClean="0">
                          <a:latin typeface="Cambria Math" panose="02040503050406030204" pitchFamily="18" charset="0"/>
                        </a:rPr>
                        <m:t>1</m:t>
                      </m:r>
                    </m:oMath>
                  </m:oMathPara>
                </a14:m>
                <a:endParaRPr/>
              </a:p>
            </p:txBody>
          </p:sp>
        </mc:Choice>
        <mc:Fallback xmlns="">
          <p:sp>
            <p:nvSpPr>
              <p:cNvPr id="47" name="TextBox 46">
                <a:extLst>
                  <a:ext uri="{FF2B5EF4-FFF2-40B4-BE49-F238E27FC236}">
                    <a16:creationId xmlns:a16="http://schemas.microsoft.com/office/drawing/2014/main" id="{50F2E0CF-4158-6E05-9266-BEA061F984F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780889" y="6068361"/>
                <a:ext cx="476250" cy="307777"/>
              </a:xfrm>
              <a:prstGeom prst="rect">
                <a:avLst/>
              </a:prstGeom>
              <a:blipFill>
                <a:blip r:embed="rId19"/>
                <a:stretch>
                  <a:fillRect t="-3922" b="-1764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8" name="직사각형 47">
            <a:extLst>
              <a:ext uri="{FF2B5EF4-FFF2-40B4-BE49-F238E27FC236}">
                <a16:creationId xmlns:a16="http://schemas.microsoft.com/office/drawing/2014/main" id="{37C904CF-4B9E-071C-91D9-1653B99A0649}"/>
              </a:ext>
            </a:extLst>
          </p:cNvPr>
          <p:cNvSpPr/>
          <p:nvPr/>
        </p:nvSpPr>
        <p:spPr>
          <a:xfrm>
            <a:off x="4754735" y="4829422"/>
            <a:ext cx="1259344" cy="1200837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9" name="TextBox 48">
                <a:extLst>
                  <a:ext uri="{FF2B5EF4-FFF2-40B4-BE49-F238E27FC236}">
                    <a16:creationId xmlns:a16="http://schemas.microsoft.com/office/drawing/2014/main" id="{04B90A27-6EC3-6DB9-3ECF-261B84532E18}"/>
                  </a:ext>
                </a:extLst>
              </p:cNvPr>
              <p:cNvSpPr txBox="1"/>
              <p:nvPr/>
            </p:nvSpPr>
            <p:spPr>
              <a:xfrm>
                <a:off x="5321053" y="4433529"/>
                <a:ext cx="1197769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400" i="1" dirty="0" smtClean="0">
                          <a:latin typeface="Cambria Math" panose="02040503050406030204" pitchFamily="18" charset="0"/>
                        </a:rPr>
                        <m:t>0</m:t>
                      </m:r>
                      <m:r>
                        <a:rPr lang="en-US" sz="1400" b="0" i="1" dirty="0" smtClean="0">
                          <a:latin typeface="Cambria Math" panose="02040503050406030204" pitchFamily="18" charset="0"/>
                        </a:rPr>
                        <m:t>≤</m:t>
                      </m:r>
                      <m:r>
                        <a:rPr lang="en-US" sz="1400" b="0" i="1" dirty="0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sz="1400" b="0" i="1" dirty="0" smtClean="0"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n-US" sz="1400" b="0" i="1" dirty="0" smtClean="0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US" sz="1400" b="0" i="1" dirty="0" smtClean="0">
                          <a:latin typeface="Cambria Math" panose="02040503050406030204" pitchFamily="18" charset="0"/>
                        </a:rPr>
                        <m:t>≤</m:t>
                      </m:r>
                      <m:r>
                        <a:rPr lang="en-US" sz="1400" b="0" i="1" dirty="0" smtClean="0">
                          <a:latin typeface="Cambria Math" panose="02040503050406030204" pitchFamily="18" charset="0"/>
                        </a:rPr>
                        <m:t>1</m:t>
                      </m:r>
                    </m:oMath>
                  </m:oMathPara>
                </a14:m>
                <a:endParaRPr/>
              </a:p>
            </p:txBody>
          </p:sp>
        </mc:Choice>
        <mc:Fallback xmlns="">
          <p:sp>
            <p:nvSpPr>
              <p:cNvPr id="49" name="TextBox 48">
                <a:extLst>
                  <a:ext uri="{FF2B5EF4-FFF2-40B4-BE49-F238E27FC236}">
                    <a16:creationId xmlns:a16="http://schemas.microsoft.com/office/drawing/2014/main" id="{04B90A27-6EC3-6DB9-3ECF-261B84532E1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321053" y="4433529"/>
                <a:ext cx="1197769" cy="307777"/>
              </a:xfrm>
              <a:prstGeom prst="rect">
                <a:avLst/>
              </a:prstGeom>
              <a:blipFill>
                <a:blip r:embed="rId20"/>
                <a:stretch>
                  <a:fillRect t="-3922" r="-1531" b="-1764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6" name="TextBox 55">
                <a:extLst>
                  <a:ext uri="{FF2B5EF4-FFF2-40B4-BE49-F238E27FC236}">
                    <a16:creationId xmlns:a16="http://schemas.microsoft.com/office/drawing/2014/main" id="{A4422EE9-8D84-1956-66CF-617102A38C7B}"/>
                  </a:ext>
                </a:extLst>
              </p:cNvPr>
              <p:cNvSpPr txBox="1"/>
              <p:nvPr/>
            </p:nvSpPr>
            <p:spPr>
              <a:xfrm>
                <a:off x="6786047" y="4989715"/>
                <a:ext cx="560732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 dirty="0" smtClean="0">
                          <a:latin typeface="Cambria Math" panose="02040503050406030204" pitchFamily="18" charset="0"/>
                        </a:rPr>
                        <m:t>𝐴</m:t>
                      </m:r>
                    </m:oMath>
                  </m:oMathPara>
                </a14:m>
                <a:endParaRPr/>
              </a:p>
            </p:txBody>
          </p:sp>
        </mc:Choice>
        <mc:Fallback xmlns="">
          <p:sp>
            <p:nvSpPr>
              <p:cNvPr id="56" name="TextBox 55">
                <a:extLst>
                  <a:ext uri="{FF2B5EF4-FFF2-40B4-BE49-F238E27FC236}">
                    <a16:creationId xmlns:a16="http://schemas.microsoft.com/office/drawing/2014/main" id="{A4422EE9-8D84-1956-66CF-617102A38C7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786047" y="4989715"/>
                <a:ext cx="560732" cy="369332"/>
              </a:xfrm>
              <a:prstGeom prst="rect">
                <a:avLst/>
              </a:prstGeom>
              <a:blipFill>
                <a:blip r:embed="rId21"/>
                <a:stretch>
                  <a:fillRect t="-11667" b="-25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7" name="TextBox 56">
            <a:extLst>
              <a:ext uri="{FF2B5EF4-FFF2-40B4-BE49-F238E27FC236}">
                <a16:creationId xmlns:a16="http://schemas.microsoft.com/office/drawing/2014/main" id="{862E3FB5-827A-8096-5FD0-8A7675D1CBB7}"/>
              </a:ext>
            </a:extLst>
          </p:cNvPr>
          <p:cNvSpPr txBox="1"/>
          <p:nvPr/>
        </p:nvSpPr>
        <p:spPr>
          <a:xfrm>
            <a:off x="6380977" y="5027948"/>
            <a:ext cx="69874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Georgia" panose="02040502050405020303" pitchFamily="18" charset="0"/>
              </a:rPr>
              <a:t>Event</a:t>
            </a:r>
          </a:p>
        </p:txBody>
      </p:sp>
      <p:sp>
        <p:nvSpPr>
          <p:cNvPr id="60" name="이등변 삼각형 59">
            <a:extLst>
              <a:ext uri="{FF2B5EF4-FFF2-40B4-BE49-F238E27FC236}">
                <a16:creationId xmlns:a16="http://schemas.microsoft.com/office/drawing/2014/main" id="{ED7CF761-DF20-DCDF-1E0A-6045194E64C6}"/>
              </a:ext>
            </a:extLst>
          </p:cNvPr>
          <p:cNvSpPr/>
          <p:nvPr/>
        </p:nvSpPr>
        <p:spPr>
          <a:xfrm>
            <a:off x="4752619" y="5423642"/>
            <a:ext cx="649453" cy="638521"/>
          </a:xfrm>
          <a:prstGeom prst="triangle">
            <a:avLst>
              <a:gd name="adj" fmla="val 446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55" name="직선 화살표 연결선 54">
            <a:extLst>
              <a:ext uri="{FF2B5EF4-FFF2-40B4-BE49-F238E27FC236}">
                <a16:creationId xmlns:a16="http://schemas.microsoft.com/office/drawing/2014/main" id="{28380F90-EC4F-1A50-C9EB-52E834E968A6}"/>
              </a:ext>
            </a:extLst>
          </p:cNvPr>
          <p:cNvCxnSpPr>
            <a:cxnSpLocks/>
            <a:endCxn id="57" idx="1"/>
          </p:cNvCxnSpPr>
          <p:nvPr/>
        </p:nvCxnSpPr>
        <p:spPr>
          <a:xfrm flipV="1">
            <a:off x="5025419" y="5181837"/>
            <a:ext cx="1355558" cy="647049"/>
          </a:xfrm>
          <a:prstGeom prst="straightConnector1">
            <a:avLst/>
          </a:prstGeom>
          <a:ln w="127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14349028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AF03E65-1696-D0E1-0357-18BB40DD82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사각형: 둥근 모서리 1">
            <a:extLst>
              <a:ext uri="{FF2B5EF4-FFF2-40B4-BE49-F238E27FC236}">
                <a16:creationId xmlns:a16="http://schemas.microsoft.com/office/drawing/2014/main" id="{F559CD62-2D6C-02F4-1E05-34B1A025A791}"/>
              </a:ext>
            </a:extLst>
          </p:cNvPr>
          <p:cNvSpPr/>
          <p:nvPr/>
        </p:nvSpPr>
        <p:spPr>
          <a:xfrm>
            <a:off x="232591" y="242048"/>
            <a:ext cx="1273479" cy="663388"/>
          </a:xfrm>
          <a:prstGeom prst="round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Real world</a:t>
            </a:r>
          </a:p>
        </p:txBody>
      </p:sp>
      <p:sp>
        <p:nvSpPr>
          <p:cNvPr id="3" name="사각형: 둥근 모서리 2">
            <a:extLst>
              <a:ext uri="{FF2B5EF4-FFF2-40B4-BE49-F238E27FC236}">
                <a16:creationId xmlns:a16="http://schemas.microsoft.com/office/drawing/2014/main" id="{9D348C88-F19C-D8F9-59ED-A05E04AC3637}"/>
              </a:ext>
            </a:extLst>
          </p:cNvPr>
          <p:cNvSpPr/>
          <p:nvPr/>
        </p:nvSpPr>
        <p:spPr>
          <a:xfrm>
            <a:off x="3119962" y="242048"/>
            <a:ext cx="2079812" cy="663388"/>
          </a:xfrm>
          <a:prstGeom prst="round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Probability theory</a:t>
            </a:r>
          </a:p>
          <a:p>
            <a:pPr algn="ctr"/>
            <a:r>
              <a:rPr lang="en-US" dirty="0">
                <a:solidFill>
                  <a:schemeClr val="tx1"/>
                </a:solidFill>
              </a:rPr>
              <a:t>(Analysis)</a:t>
            </a:r>
          </a:p>
        </p:txBody>
      </p:sp>
      <p:sp>
        <p:nvSpPr>
          <p:cNvPr id="36" name="사각형: 둥근 모서리 35">
            <a:extLst>
              <a:ext uri="{FF2B5EF4-FFF2-40B4-BE49-F238E27FC236}">
                <a16:creationId xmlns:a16="http://schemas.microsoft.com/office/drawing/2014/main" id="{F39B4C6E-02A6-3922-B1C4-C0ED3C5A776C}"/>
              </a:ext>
            </a:extLst>
          </p:cNvPr>
          <p:cNvSpPr/>
          <p:nvPr/>
        </p:nvSpPr>
        <p:spPr>
          <a:xfrm>
            <a:off x="1223803" y="1408964"/>
            <a:ext cx="2178423" cy="663388"/>
          </a:xfrm>
          <a:prstGeom prst="round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Inference / Statistics</a:t>
            </a:r>
          </a:p>
        </p:txBody>
      </p:sp>
      <p:cxnSp>
        <p:nvCxnSpPr>
          <p:cNvPr id="50" name="직선 화살표 연결선 49">
            <a:extLst>
              <a:ext uri="{FF2B5EF4-FFF2-40B4-BE49-F238E27FC236}">
                <a16:creationId xmlns:a16="http://schemas.microsoft.com/office/drawing/2014/main" id="{64F2CD96-1F71-0D33-6BFD-558042F69F2E}"/>
              </a:ext>
            </a:extLst>
          </p:cNvPr>
          <p:cNvCxnSpPr>
            <a:cxnSpLocks/>
            <a:stCxn id="3" idx="1"/>
            <a:endCxn id="2" idx="3"/>
          </p:cNvCxnSpPr>
          <p:nvPr/>
        </p:nvCxnSpPr>
        <p:spPr>
          <a:xfrm flipH="1">
            <a:off x="1506070" y="573742"/>
            <a:ext cx="1613892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1" name="TextBox 50">
            <a:extLst>
              <a:ext uri="{FF2B5EF4-FFF2-40B4-BE49-F238E27FC236}">
                <a16:creationId xmlns:a16="http://schemas.microsoft.com/office/drawing/2014/main" id="{CFDDA2A3-76CA-40AD-537B-7005A95374B5}"/>
              </a:ext>
            </a:extLst>
          </p:cNvPr>
          <p:cNvSpPr txBox="1"/>
          <p:nvPr/>
        </p:nvSpPr>
        <p:spPr>
          <a:xfrm>
            <a:off x="1676276" y="242048"/>
            <a:ext cx="127347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400" dirty="0">
                <a:latin typeface="Georgia" panose="02040502050405020303" pitchFamily="18" charset="0"/>
              </a:rPr>
              <a:t>Predictions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5E111A53-3F3D-C9A6-C757-8D9B1F18FA05}"/>
              </a:ext>
            </a:extLst>
          </p:cNvPr>
          <p:cNvSpPr txBox="1"/>
          <p:nvPr/>
        </p:nvSpPr>
        <p:spPr>
          <a:xfrm>
            <a:off x="1676277" y="597660"/>
            <a:ext cx="127347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400" dirty="0">
                <a:latin typeface="Georgia" panose="02040502050405020303" pitchFamily="18" charset="0"/>
              </a:rPr>
              <a:t>Decisions</a:t>
            </a:r>
          </a:p>
        </p:txBody>
      </p:sp>
      <p:cxnSp>
        <p:nvCxnSpPr>
          <p:cNvPr id="58" name="직선 화살표 연결선 57">
            <a:extLst>
              <a:ext uri="{FF2B5EF4-FFF2-40B4-BE49-F238E27FC236}">
                <a16:creationId xmlns:a16="http://schemas.microsoft.com/office/drawing/2014/main" id="{4B3C57BC-EB09-D481-948E-F790480B600C}"/>
              </a:ext>
            </a:extLst>
          </p:cNvPr>
          <p:cNvCxnSpPr>
            <a:cxnSpLocks/>
            <a:stCxn id="2" idx="2"/>
            <a:endCxn id="36" idx="1"/>
          </p:cNvCxnSpPr>
          <p:nvPr/>
        </p:nvCxnSpPr>
        <p:spPr>
          <a:xfrm>
            <a:off x="869331" y="905436"/>
            <a:ext cx="354472" cy="835222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9" name="TextBox 58">
            <a:extLst>
              <a:ext uri="{FF2B5EF4-FFF2-40B4-BE49-F238E27FC236}">
                <a16:creationId xmlns:a16="http://schemas.microsoft.com/office/drawing/2014/main" id="{A13FDEB5-38E3-26E6-81A5-A37EA881F866}"/>
              </a:ext>
            </a:extLst>
          </p:cNvPr>
          <p:cNvSpPr txBox="1"/>
          <p:nvPr/>
        </p:nvSpPr>
        <p:spPr>
          <a:xfrm>
            <a:off x="232591" y="1247599"/>
            <a:ext cx="87442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400" dirty="0">
                <a:latin typeface="Georgia" panose="02040502050405020303" pitchFamily="18" charset="0"/>
              </a:rPr>
              <a:t>Data</a:t>
            </a:r>
          </a:p>
        </p:txBody>
      </p:sp>
      <p:cxnSp>
        <p:nvCxnSpPr>
          <p:cNvPr id="63" name="직선 화살표 연결선 62">
            <a:extLst>
              <a:ext uri="{FF2B5EF4-FFF2-40B4-BE49-F238E27FC236}">
                <a16:creationId xmlns:a16="http://schemas.microsoft.com/office/drawing/2014/main" id="{DDAAD6BC-4A9D-320A-9D10-D792B8C9E700}"/>
              </a:ext>
            </a:extLst>
          </p:cNvPr>
          <p:cNvCxnSpPr>
            <a:cxnSpLocks/>
            <a:endCxn id="3" idx="2"/>
          </p:cNvCxnSpPr>
          <p:nvPr/>
        </p:nvCxnSpPr>
        <p:spPr>
          <a:xfrm flipV="1">
            <a:off x="3393627" y="905436"/>
            <a:ext cx="766241" cy="818797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25" name="TextBox 1024">
            <a:extLst>
              <a:ext uri="{FF2B5EF4-FFF2-40B4-BE49-F238E27FC236}">
                <a16:creationId xmlns:a16="http://schemas.microsoft.com/office/drawing/2014/main" id="{027A8129-1905-7055-2E46-A52E178C8466}"/>
              </a:ext>
            </a:extLst>
          </p:cNvPr>
          <p:cNvSpPr txBox="1"/>
          <p:nvPr/>
        </p:nvSpPr>
        <p:spPr>
          <a:xfrm>
            <a:off x="3776747" y="1274493"/>
            <a:ext cx="127347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Georgia" panose="02040502050405020303" pitchFamily="18" charset="0"/>
              </a:rPr>
              <a:t>Models</a:t>
            </a:r>
          </a:p>
        </p:txBody>
      </p:sp>
    </p:spTree>
    <p:extLst>
      <p:ext uri="{BB962C8B-B14F-4D97-AF65-F5344CB8AC3E}">
        <p14:creationId xmlns:p14="http://schemas.microsoft.com/office/powerpoint/2010/main" val="147261497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CDF13DF-1E03-E405-CBA7-81EED8AE36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4" name="표 23">
            <a:extLst>
              <a:ext uri="{FF2B5EF4-FFF2-40B4-BE49-F238E27FC236}">
                <a16:creationId xmlns:a16="http://schemas.microsoft.com/office/drawing/2014/main" id="{BCE7F924-D1DE-AAA0-BC4A-EC25D61596A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66969987"/>
              </p:ext>
            </p:extLst>
          </p:nvPr>
        </p:nvGraphicFramePr>
        <p:xfrm>
          <a:off x="7110461" y="2583634"/>
          <a:ext cx="2000252" cy="198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00063">
                  <a:extLst>
                    <a:ext uri="{9D8B030D-6E8A-4147-A177-3AD203B41FA5}">
                      <a16:colId xmlns:a16="http://schemas.microsoft.com/office/drawing/2014/main" val="2859339397"/>
                    </a:ext>
                  </a:extLst>
                </a:gridCol>
                <a:gridCol w="500063">
                  <a:extLst>
                    <a:ext uri="{9D8B030D-6E8A-4147-A177-3AD203B41FA5}">
                      <a16:colId xmlns:a16="http://schemas.microsoft.com/office/drawing/2014/main" val="3235844781"/>
                    </a:ext>
                  </a:extLst>
                </a:gridCol>
                <a:gridCol w="500063">
                  <a:extLst>
                    <a:ext uri="{9D8B030D-6E8A-4147-A177-3AD203B41FA5}">
                      <a16:colId xmlns:a16="http://schemas.microsoft.com/office/drawing/2014/main" val="2785058071"/>
                    </a:ext>
                  </a:extLst>
                </a:gridCol>
                <a:gridCol w="500063">
                  <a:extLst>
                    <a:ext uri="{9D8B030D-6E8A-4147-A177-3AD203B41FA5}">
                      <a16:colId xmlns:a16="http://schemas.microsoft.com/office/drawing/2014/main" val="920543562"/>
                    </a:ext>
                  </a:extLst>
                </a:gridCol>
              </a:tblGrid>
              <a:tr h="496490">
                <a:tc>
                  <a:txBody>
                    <a:bodyPr/>
                    <a:lstStyle/>
                    <a:p>
                      <a:pPr algn="ctr"/>
                      <a:r>
                        <a:rPr lang="en-US" b="0" dirty="0">
                          <a:solidFill>
                            <a:schemeClr val="tx1"/>
                          </a:solidFill>
                        </a:rPr>
                        <a:t>1,4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0" dirty="0">
                          <a:solidFill>
                            <a:schemeClr val="tx1"/>
                          </a:solidFill>
                        </a:rPr>
                        <a:t>2,4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0" dirty="0">
                          <a:solidFill>
                            <a:schemeClr val="tx1"/>
                          </a:solidFill>
                        </a:rPr>
                        <a:t>3,4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0" dirty="0">
                          <a:solidFill>
                            <a:schemeClr val="tx1"/>
                          </a:solidFill>
                        </a:rPr>
                        <a:t>4,4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815277642"/>
                  </a:ext>
                </a:extLst>
              </a:tr>
              <a:tr h="496490">
                <a:tc>
                  <a:txBody>
                    <a:bodyPr/>
                    <a:lstStyle/>
                    <a:p>
                      <a:pPr algn="ctr"/>
                      <a:r>
                        <a:rPr lang="en-US" b="0" dirty="0">
                          <a:solidFill>
                            <a:schemeClr val="tx1"/>
                          </a:solidFill>
                        </a:rPr>
                        <a:t>1,3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0" dirty="0">
                          <a:solidFill>
                            <a:schemeClr val="tx1"/>
                          </a:solidFill>
                        </a:rPr>
                        <a:t>2,3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0" dirty="0">
                          <a:solidFill>
                            <a:schemeClr val="tx1"/>
                          </a:solidFill>
                        </a:rPr>
                        <a:t>3,3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0" dirty="0">
                          <a:solidFill>
                            <a:schemeClr val="tx1"/>
                          </a:solidFill>
                        </a:rPr>
                        <a:t>4,3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877946960"/>
                  </a:ext>
                </a:extLst>
              </a:tr>
              <a:tr h="496490">
                <a:tc>
                  <a:txBody>
                    <a:bodyPr/>
                    <a:lstStyle/>
                    <a:p>
                      <a:pPr algn="ctr"/>
                      <a:r>
                        <a:rPr lang="en-US" b="0" dirty="0">
                          <a:solidFill>
                            <a:schemeClr val="tx1"/>
                          </a:solidFill>
                        </a:rPr>
                        <a:t>1,2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0" dirty="0">
                          <a:solidFill>
                            <a:schemeClr val="tx1"/>
                          </a:solidFill>
                        </a:rPr>
                        <a:t>2,2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0" dirty="0">
                          <a:solidFill>
                            <a:schemeClr val="tx1"/>
                          </a:solidFill>
                        </a:rPr>
                        <a:t>3,2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0" dirty="0">
                          <a:solidFill>
                            <a:schemeClr val="tx1"/>
                          </a:solidFill>
                        </a:rPr>
                        <a:t>4,2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0584525"/>
                  </a:ext>
                </a:extLst>
              </a:tr>
              <a:tr h="496490">
                <a:tc>
                  <a:txBody>
                    <a:bodyPr/>
                    <a:lstStyle/>
                    <a:p>
                      <a:pPr algn="ctr"/>
                      <a:r>
                        <a:rPr lang="en-US" b="0" dirty="0">
                          <a:solidFill>
                            <a:schemeClr val="tx1"/>
                          </a:solidFill>
                        </a:rPr>
                        <a:t>1,1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0" dirty="0">
                          <a:solidFill>
                            <a:schemeClr val="tx1"/>
                          </a:solidFill>
                        </a:rPr>
                        <a:t>2,1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0" dirty="0">
                          <a:solidFill>
                            <a:schemeClr val="tx1"/>
                          </a:solidFill>
                        </a:rPr>
                        <a:t>3,1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0" dirty="0">
                          <a:solidFill>
                            <a:schemeClr val="tx1"/>
                          </a:solidFill>
                        </a:rPr>
                        <a:t>4,1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62431636"/>
                  </a:ext>
                </a:extLst>
              </a:tr>
            </a:tbl>
          </a:graphicData>
        </a:graphic>
      </p:graphicFrame>
      <mc:AlternateContent xmlns:mc="http://schemas.openxmlformats.org/markup-compatibility/2006" xmlns:a14="http://schemas.microsoft.com/office/drawing/2010/main">
        <mc:Choice Requires="a14"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758FBCC3-5618-50C7-58B0-98BFEDD48CE9}"/>
                  </a:ext>
                </a:extLst>
              </p:cNvPr>
              <p:cNvSpPr txBox="1"/>
              <p:nvPr/>
            </p:nvSpPr>
            <p:spPr>
              <a:xfrm>
                <a:off x="7605762" y="4613773"/>
                <a:ext cx="504825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400" b="0" i="1" dirty="0" smtClean="0">
                          <a:latin typeface="Cambria Math" panose="02040503050406030204" pitchFamily="18" charset="0"/>
                        </a:rPr>
                        <m:t>2</m:t>
                      </m:r>
                    </m:oMath>
                  </m:oMathPara>
                </a14:m>
                <a:endParaRPr/>
              </a:p>
            </p:txBody>
          </p:sp>
        </mc:Choice>
        <mc:Fallback xmlns=""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758FBCC3-5618-50C7-58B0-98BFEDD48CE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605762" y="4613773"/>
                <a:ext cx="504825" cy="307777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7E24BD05-E6F4-6C67-D10F-BD63F3BD37D7}"/>
                  </a:ext>
                </a:extLst>
              </p:cNvPr>
              <p:cNvSpPr txBox="1"/>
              <p:nvPr/>
            </p:nvSpPr>
            <p:spPr>
              <a:xfrm>
                <a:off x="7105699" y="4613773"/>
                <a:ext cx="504825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400" b="0" i="1" dirty="0" smtClean="0">
                          <a:latin typeface="Cambria Math" panose="02040503050406030204" pitchFamily="18" charset="0"/>
                        </a:rPr>
                        <m:t>1</m:t>
                      </m:r>
                    </m:oMath>
                  </m:oMathPara>
                </a14:m>
                <a:endParaRPr/>
              </a:p>
            </p:txBody>
          </p:sp>
        </mc:Choice>
        <mc:Fallback xmlns=""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7E24BD05-E6F4-6C67-D10F-BD63F3BD37D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105699" y="4613773"/>
                <a:ext cx="504825" cy="307777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9" name="TextBox 28">
                <a:extLst>
                  <a:ext uri="{FF2B5EF4-FFF2-40B4-BE49-F238E27FC236}">
                    <a16:creationId xmlns:a16="http://schemas.microsoft.com/office/drawing/2014/main" id="{8D251F0A-FF19-F864-6603-E5F82723B5F6}"/>
                  </a:ext>
                </a:extLst>
              </p:cNvPr>
              <p:cNvSpPr txBox="1"/>
              <p:nvPr/>
            </p:nvSpPr>
            <p:spPr>
              <a:xfrm>
                <a:off x="8115349" y="4613773"/>
                <a:ext cx="504825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400" i="1" dirty="0">
                          <a:latin typeface="Cambria Math" panose="02040503050406030204" pitchFamily="18" charset="0"/>
                        </a:rPr>
                        <m:t>3</m:t>
                      </m:r>
                    </m:oMath>
                  </m:oMathPara>
                </a14:m>
                <a:endParaRPr/>
              </a:p>
            </p:txBody>
          </p:sp>
        </mc:Choice>
        <mc:Fallback xmlns="">
          <p:sp>
            <p:nvSpPr>
              <p:cNvPr id="29" name="TextBox 28">
                <a:extLst>
                  <a:ext uri="{FF2B5EF4-FFF2-40B4-BE49-F238E27FC236}">
                    <a16:creationId xmlns:a16="http://schemas.microsoft.com/office/drawing/2014/main" id="{8D251F0A-FF19-F864-6603-E5F82723B5F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115349" y="4613773"/>
                <a:ext cx="504825" cy="307777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0" name="TextBox 29">
                <a:extLst>
                  <a:ext uri="{FF2B5EF4-FFF2-40B4-BE49-F238E27FC236}">
                    <a16:creationId xmlns:a16="http://schemas.microsoft.com/office/drawing/2014/main" id="{08F24B9E-A438-1AFA-DF0E-AC03A6C5876D}"/>
                  </a:ext>
                </a:extLst>
              </p:cNvPr>
              <p:cNvSpPr txBox="1"/>
              <p:nvPr/>
            </p:nvSpPr>
            <p:spPr>
              <a:xfrm>
                <a:off x="8608269" y="4613773"/>
                <a:ext cx="504825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400" i="1" dirty="0">
                          <a:latin typeface="Cambria Math" panose="02040503050406030204" pitchFamily="18" charset="0"/>
                        </a:rPr>
                        <m:t>4</m:t>
                      </m:r>
                    </m:oMath>
                  </m:oMathPara>
                </a14:m>
                <a:endParaRPr/>
              </a:p>
            </p:txBody>
          </p:sp>
        </mc:Choice>
        <mc:Fallback xmlns="">
          <p:sp>
            <p:nvSpPr>
              <p:cNvPr id="30" name="TextBox 29">
                <a:extLst>
                  <a:ext uri="{FF2B5EF4-FFF2-40B4-BE49-F238E27FC236}">
                    <a16:creationId xmlns:a16="http://schemas.microsoft.com/office/drawing/2014/main" id="{08F24B9E-A438-1AFA-DF0E-AC03A6C5876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608269" y="4613773"/>
                <a:ext cx="504825" cy="307777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1" name="TextBox 30">
                <a:extLst>
                  <a:ext uri="{FF2B5EF4-FFF2-40B4-BE49-F238E27FC236}">
                    <a16:creationId xmlns:a16="http://schemas.microsoft.com/office/drawing/2014/main" id="{B0DB7823-AF8C-99F3-3232-BFC8C3794736}"/>
                  </a:ext>
                </a:extLst>
              </p:cNvPr>
              <p:cNvSpPr txBox="1"/>
              <p:nvPr/>
            </p:nvSpPr>
            <p:spPr>
              <a:xfrm>
                <a:off x="6624859" y="4163295"/>
                <a:ext cx="504825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400" b="0" i="1" dirty="0" smtClean="0">
                          <a:latin typeface="Cambria Math" panose="02040503050406030204" pitchFamily="18" charset="0"/>
                        </a:rPr>
                        <m:t>1</m:t>
                      </m:r>
                    </m:oMath>
                  </m:oMathPara>
                </a14:m>
                <a:endParaRPr/>
              </a:p>
            </p:txBody>
          </p:sp>
        </mc:Choice>
        <mc:Fallback xmlns="">
          <p:sp>
            <p:nvSpPr>
              <p:cNvPr id="31" name="TextBox 30">
                <a:extLst>
                  <a:ext uri="{FF2B5EF4-FFF2-40B4-BE49-F238E27FC236}">
                    <a16:creationId xmlns:a16="http://schemas.microsoft.com/office/drawing/2014/main" id="{B0DB7823-AF8C-99F3-3232-BFC8C379473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624859" y="4163295"/>
                <a:ext cx="504825" cy="307777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2" name="TextBox 31">
                <a:extLst>
                  <a:ext uri="{FF2B5EF4-FFF2-40B4-BE49-F238E27FC236}">
                    <a16:creationId xmlns:a16="http://schemas.microsoft.com/office/drawing/2014/main" id="{D845E8CD-05B6-7FD9-D128-87D6255727FC}"/>
                  </a:ext>
                </a:extLst>
              </p:cNvPr>
              <p:cNvSpPr txBox="1"/>
              <p:nvPr/>
            </p:nvSpPr>
            <p:spPr>
              <a:xfrm>
                <a:off x="6624859" y="2677298"/>
                <a:ext cx="504825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400" i="1" dirty="0">
                          <a:latin typeface="Cambria Math" panose="02040503050406030204" pitchFamily="18" charset="0"/>
                        </a:rPr>
                        <m:t>4</m:t>
                      </m:r>
                    </m:oMath>
                  </m:oMathPara>
                </a14:m>
                <a:endParaRPr/>
              </a:p>
            </p:txBody>
          </p:sp>
        </mc:Choice>
        <mc:Fallback xmlns="">
          <p:sp>
            <p:nvSpPr>
              <p:cNvPr id="32" name="TextBox 31">
                <a:extLst>
                  <a:ext uri="{FF2B5EF4-FFF2-40B4-BE49-F238E27FC236}">
                    <a16:creationId xmlns:a16="http://schemas.microsoft.com/office/drawing/2014/main" id="{D845E8CD-05B6-7FD9-D128-87D6255727F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624859" y="2677298"/>
                <a:ext cx="504825" cy="307777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3" name="TextBox 32">
                <a:extLst>
                  <a:ext uri="{FF2B5EF4-FFF2-40B4-BE49-F238E27FC236}">
                    <a16:creationId xmlns:a16="http://schemas.microsoft.com/office/drawing/2014/main" id="{400B4B9D-55FA-1013-F969-C39CF2A5B93A}"/>
                  </a:ext>
                </a:extLst>
              </p:cNvPr>
              <p:cNvSpPr txBox="1"/>
              <p:nvPr/>
            </p:nvSpPr>
            <p:spPr>
              <a:xfrm>
                <a:off x="6624859" y="3183143"/>
                <a:ext cx="504825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400" i="1" dirty="0">
                          <a:latin typeface="Cambria Math" panose="02040503050406030204" pitchFamily="18" charset="0"/>
                        </a:rPr>
                        <m:t>3</m:t>
                      </m:r>
                    </m:oMath>
                  </m:oMathPara>
                </a14:m>
                <a:endParaRPr/>
              </a:p>
            </p:txBody>
          </p:sp>
        </mc:Choice>
        <mc:Fallback xmlns="">
          <p:sp>
            <p:nvSpPr>
              <p:cNvPr id="33" name="TextBox 32">
                <a:extLst>
                  <a:ext uri="{FF2B5EF4-FFF2-40B4-BE49-F238E27FC236}">
                    <a16:creationId xmlns:a16="http://schemas.microsoft.com/office/drawing/2014/main" id="{400B4B9D-55FA-1013-F969-C39CF2A5B93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624859" y="3183143"/>
                <a:ext cx="504825" cy="307777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4" name="TextBox 33">
                <a:extLst>
                  <a:ext uri="{FF2B5EF4-FFF2-40B4-BE49-F238E27FC236}">
                    <a16:creationId xmlns:a16="http://schemas.microsoft.com/office/drawing/2014/main" id="{DE4EAF50-C66C-455B-72A9-F8D77AB25F71}"/>
                  </a:ext>
                </a:extLst>
              </p:cNvPr>
              <p:cNvSpPr txBox="1"/>
              <p:nvPr/>
            </p:nvSpPr>
            <p:spPr>
              <a:xfrm>
                <a:off x="6624859" y="3657450"/>
                <a:ext cx="504825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400" b="0" i="1" dirty="0" smtClean="0">
                          <a:latin typeface="Cambria Math" panose="02040503050406030204" pitchFamily="18" charset="0"/>
                        </a:rPr>
                        <m:t>2</m:t>
                      </m:r>
                    </m:oMath>
                  </m:oMathPara>
                </a14:m>
                <a:endParaRPr/>
              </a:p>
            </p:txBody>
          </p:sp>
        </mc:Choice>
        <mc:Fallback xmlns="">
          <p:sp>
            <p:nvSpPr>
              <p:cNvPr id="34" name="TextBox 33">
                <a:extLst>
                  <a:ext uri="{FF2B5EF4-FFF2-40B4-BE49-F238E27FC236}">
                    <a16:creationId xmlns:a16="http://schemas.microsoft.com/office/drawing/2014/main" id="{DE4EAF50-C66C-455B-72A9-F8D77AB25F7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624859" y="3657450"/>
                <a:ext cx="504825" cy="307777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48762279-318E-E599-5802-933E090E98BB}"/>
                  </a:ext>
                </a:extLst>
              </p:cNvPr>
              <p:cNvSpPr txBox="1"/>
              <p:nvPr/>
            </p:nvSpPr>
            <p:spPr>
              <a:xfrm>
                <a:off x="4568744" y="1089085"/>
                <a:ext cx="2560939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600" b="1" dirty="0">
                    <a:solidFill>
                      <a:schemeClr val="accent2">
                        <a:lumMod val="75000"/>
                      </a:schemeClr>
                    </a:solidFill>
                  </a:rPr>
                  <a:t>Event</a:t>
                </a:r>
                <a14:m>
                  <m:oMath xmlns:m="http://schemas.openxmlformats.org/officeDocument/2006/math">
                    <m:r>
                      <a:rPr lang="en-US" sz="1600" b="1" i="1" dirty="0" smtClean="0">
                        <a:solidFill>
                          <a:schemeClr val="accent2">
                            <a:lumMod val="75000"/>
                          </a:schemeClr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sz="1600" b="1" i="1" dirty="0" smtClean="0">
                        <a:solidFill>
                          <a:schemeClr val="accent2">
                            <a:lumMod val="75000"/>
                          </a:schemeClr>
                        </a:solidFill>
                        <a:latin typeface="Cambria Math" panose="02040503050406030204" pitchFamily="18" charset="0"/>
                      </a:rPr>
                      <m:t>𝑩</m:t>
                    </m:r>
                    <m:r>
                      <a:rPr lang="en-US" sz="1600" b="1" i="1" dirty="0" smtClean="0">
                        <a:solidFill>
                          <a:schemeClr val="accent2">
                            <a:lumMod val="75000"/>
                          </a:schemeClr>
                        </a:solidFill>
                        <a:latin typeface="Cambria Math" panose="02040503050406030204" pitchFamily="18" charset="0"/>
                      </a:rPr>
                      <m:t> :</m:t>
                    </m:r>
                    <m:func>
                      <m:funcPr>
                        <m:ctrlPr>
                          <a:rPr lang="ar-AE" sz="1600" b="1" i="1" dirty="0" smtClean="0">
                            <a:solidFill>
                              <a:schemeClr val="accent2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a:rPr lang="en-US" sz="1600" b="1" i="0" dirty="0" smtClean="0">
                            <a:solidFill>
                              <a:schemeClr val="accent2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𝐦𝐢𝐧</m:t>
                        </m:r>
                      </m:fName>
                      <m:e>
                        <m:d>
                          <m:dPr>
                            <m:ctrlPr>
                              <a:rPr lang="ar-AE" sz="1600" b="1" i="1" dirty="0" smtClean="0">
                                <a:solidFill>
                                  <a:schemeClr val="accent2">
                                    <a:lumMod val="7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600" b="1" i="1" dirty="0" smtClean="0">
                                <a:solidFill>
                                  <a:schemeClr val="accent2">
                                    <a:lumMod val="7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𝑿</m:t>
                            </m:r>
                            <m:r>
                              <a:rPr lang="ar-AE" sz="1600" b="1" i="1" dirty="0" smtClean="0">
                                <a:solidFill>
                                  <a:schemeClr val="accent2">
                                    <a:lumMod val="7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ar-AE" sz="1600" b="1" i="1" dirty="0" smtClean="0">
                                <a:solidFill>
                                  <a:schemeClr val="accent2">
                                    <a:lumMod val="7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𝒀</m:t>
                            </m:r>
                          </m:e>
                        </m:d>
                      </m:e>
                    </m:func>
                    <m:r>
                      <a:rPr lang="ar-AE" sz="1600" b="1" i="1" dirty="0" smtClean="0">
                        <a:solidFill>
                          <a:schemeClr val="accent2">
                            <a:lumMod val="75000"/>
                          </a:schemeClr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ar-AE" sz="1600" b="1" i="1" dirty="0" smtClean="0">
                        <a:solidFill>
                          <a:schemeClr val="accent2">
                            <a:lumMod val="75000"/>
                          </a:schemeClr>
                        </a:solidFill>
                        <a:latin typeface="Cambria Math" panose="02040503050406030204" pitchFamily="18" charset="0"/>
                      </a:rPr>
                      <m:t>𝟐</m:t>
                    </m:r>
                  </m:oMath>
                </a14:m>
                <a:endParaRPr lang="ar-AE" sz="2000" b="1" dirty="0">
                  <a:solidFill>
                    <a:schemeClr val="accent2">
                      <a:lumMod val="75000"/>
                    </a:schemeClr>
                  </a:solidFill>
                </a:endParaRPr>
              </a:p>
            </p:txBody>
          </p:sp>
        </mc:Choice>
        <mc:Fallback xmlns="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48762279-318E-E599-5802-933E090E98B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68744" y="1089085"/>
                <a:ext cx="2560939" cy="338554"/>
              </a:xfrm>
              <a:prstGeom prst="rect">
                <a:avLst/>
              </a:prstGeom>
              <a:blipFill>
                <a:blip r:embed="rId11"/>
                <a:stretch>
                  <a:fillRect l="-1188" t="-5455" b="-2363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F65D03CD-D65E-20C1-72BF-2903F586813F}"/>
                  </a:ext>
                </a:extLst>
              </p:cNvPr>
              <p:cNvSpPr txBox="1"/>
              <p:nvPr/>
            </p:nvSpPr>
            <p:spPr>
              <a:xfrm>
                <a:off x="4568744" y="1439736"/>
                <a:ext cx="2146428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600" b="1" dirty="0">
                    <a:solidFill>
                      <a:srgbClr val="0070C0"/>
                    </a:solidFill>
                  </a:rPr>
                  <a:t>Event</a:t>
                </a:r>
                <a14:m>
                  <m:oMath xmlns:m="http://schemas.openxmlformats.org/officeDocument/2006/math">
                    <m:r>
                      <a:rPr lang="en-US" sz="1600" b="1" i="1" dirty="0" smtClean="0">
                        <a:solidFill>
                          <a:srgbClr val="0070C0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sz="1600" b="1" i="1" dirty="0" smtClean="0">
                        <a:solidFill>
                          <a:srgbClr val="0070C0"/>
                        </a:solidFill>
                        <a:latin typeface="Cambria Math" panose="02040503050406030204" pitchFamily="18" charset="0"/>
                      </a:rPr>
                      <m:t>𝑴</m:t>
                    </m:r>
                    <m:r>
                      <a:rPr lang="en-US" sz="1600" b="1" i="1" dirty="0" smtClean="0">
                        <a:solidFill>
                          <a:srgbClr val="0070C0"/>
                        </a:solidFill>
                        <a:latin typeface="Cambria Math" panose="02040503050406030204" pitchFamily="18" charset="0"/>
                      </a:rPr>
                      <m:t> :</m:t>
                    </m:r>
                    <m:func>
                      <m:funcPr>
                        <m:ctrlPr>
                          <a:rPr lang="ar-AE" sz="1600" b="1" i="1" dirty="0" smtClean="0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a:rPr lang="ar-AE" sz="1600" b="1" i="1" dirty="0" smtClean="0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</a:rPr>
                          <m:t>𝒎𝒂𝒙</m:t>
                        </m:r>
                      </m:fName>
                      <m:e>
                        <m:d>
                          <m:dPr>
                            <m:ctrlPr>
                              <a:rPr lang="ar-AE" sz="1600" b="1" i="1" dirty="0" smtClean="0">
                                <a:solidFill>
                                  <a:srgbClr val="0070C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600" b="1" i="1" dirty="0" smtClean="0">
                                <a:solidFill>
                                  <a:srgbClr val="0070C0"/>
                                </a:solidFill>
                                <a:latin typeface="Cambria Math" panose="02040503050406030204" pitchFamily="18" charset="0"/>
                              </a:rPr>
                              <m:t>𝑿</m:t>
                            </m:r>
                            <m:r>
                              <a:rPr lang="ar-AE" sz="1600" b="1" i="1" dirty="0" smtClean="0">
                                <a:solidFill>
                                  <a:srgbClr val="0070C0"/>
                                </a:solidFill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ar-AE" sz="1600" b="1" i="1" dirty="0" smtClean="0">
                                <a:solidFill>
                                  <a:srgbClr val="0070C0"/>
                                </a:solidFill>
                                <a:latin typeface="Cambria Math" panose="02040503050406030204" pitchFamily="18" charset="0"/>
                              </a:rPr>
                              <m:t>𝒀</m:t>
                            </m:r>
                          </m:e>
                        </m:d>
                      </m:e>
                    </m:func>
                  </m:oMath>
                </a14:m>
                <a:endParaRPr lang="ar-AE" sz="2000" b="1" dirty="0">
                  <a:solidFill>
                    <a:srgbClr val="0070C0"/>
                  </a:solidFill>
                </a:endParaRPr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F65D03CD-D65E-20C1-72BF-2903F586813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68744" y="1439736"/>
                <a:ext cx="2146428" cy="338554"/>
              </a:xfrm>
              <a:prstGeom prst="rect">
                <a:avLst/>
              </a:prstGeom>
              <a:blipFill>
                <a:blip r:embed="rId12"/>
                <a:stretch>
                  <a:fillRect l="-1416" t="-5357" b="-2142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7C34D336-4963-5E3E-554C-D2E2CE287F56}"/>
                  </a:ext>
                </a:extLst>
              </p:cNvPr>
              <p:cNvSpPr txBox="1"/>
              <p:nvPr/>
            </p:nvSpPr>
            <p:spPr>
              <a:xfrm>
                <a:off x="7037373" y="2057925"/>
                <a:ext cx="2146428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en-US" sz="1400" b="1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𝑷</m:t>
                      </m:r>
                      <m:d>
                        <m:dPr>
                          <m:endChr m:val="|"/>
                          <m:ctrlPr>
                            <a:rPr lang="en-US" sz="1400" b="1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b="1" i="1" dirty="0" smtClean="0">
                              <a:solidFill>
                                <a:srgbClr val="0070C0"/>
                              </a:solidFill>
                              <a:latin typeface="Cambria Math" panose="02040503050406030204" pitchFamily="18" charset="0"/>
                            </a:rPr>
                            <m:t>𝑴</m:t>
                          </m:r>
                          <m:r>
                            <a:rPr lang="en-US" sz="1400" b="1" i="1" dirty="0" smtClean="0">
                              <a:solidFill>
                                <a:srgbClr val="0070C0"/>
                              </a:solidFill>
                              <a:latin typeface="Cambria Math" panose="02040503050406030204" pitchFamily="18" charset="0"/>
                            </a:rPr>
                            <m:t>=</m:t>
                          </m:r>
                          <m:r>
                            <a:rPr lang="en-US" sz="1400" b="1" i="1" dirty="0" smtClean="0">
                              <a:solidFill>
                                <a:srgbClr val="0070C0"/>
                              </a:solidFill>
                              <a:latin typeface="Cambria Math" panose="02040503050406030204" pitchFamily="18" charset="0"/>
                            </a:rPr>
                            <m:t>𝟏</m:t>
                          </m:r>
                          <m:r>
                            <a:rPr lang="en-US" sz="1400" b="1" i="1" dirty="0" smtClean="0">
                              <a:solidFill>
                                <a:srgbClr val="0070C0"/>
                              </a:solidFill>
                              <a:latin typeface="Cambria Math" panose="02040503050406030204" pitchFamily="18" charset="0"/>
                            </a:rPr>
                            <m:t> </m:t>
                          </m:r>
                        </m:e>
                      </m:d>
                      <m:r>
                        <a:rPr lang="en-US" sz="1400" b="1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sz="1400" b="1" i="1" dirty="0" smtClean="0">
                          <a:solidFill>
                            <a:schemeClr val="accent2">
                              <a:lumMod val="75000"/>
                            </a:schemeClr>
                          </a:solidFill>
                          <a:latin typeface="Cambria Math" panose="02040503050406030204" pitchFamily="18" charset="0"/>
                        </a:rPr>
                        <m:t>𝑩</m:t>
                      </m:r>
                      <m:r>
                        <a:rPr lang="en-US" sz="1400" b="1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)=</m:t>
                      </m:r>
                      <m:r>
                        <a:rPr lang="en-US" sz="1400" b="1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𝟎</m:t>
                      </m:r>
                    </m:oMath>
                  </m:oMathPara>
                </a14:m>
                <a:endParaRPr lang="ar-AE" b="1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7C34D336-4963-5E3E-554C-D2E2CE287F5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037373" y="2057925"/>
                <a:ext cx="2146428" cy="307777"/>
              </a:xfrm>
              <a:prstGeom prst="rect">
                <a:avLst/>
              </a:prstGeom>
              <a:blipFill>
                <a:blip r:embed="rId13"/>
                <a:stretch>
                  <a:fillRect b="-10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aphicFrame>
        <p:nvGraphicFramePr>
          <p:cNvPr id="8" name="표 7">
            <a:extLst>
              <a:ext uri="{FF2B5EF4-FFF2-40B4-BE49-F238E27FC236}">
                <a16:creationId xmlns:a16="http://schemas.microsoft.com/office/drawing/2014/main" id="{72FFD3CD-3D53-5637-9CA9-F7CE2F88DB2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82057263"/>
              </p:ext>
            </p:extLst>
          </p:nvPr>
        </p:nvGraphicFramePr>
        <p:xfrm>
          <a:off x="2246734" y="2583634"/>
          <a:ext cx="2000252" cy="198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00063">
                  <a:extLst>
                    <a:ext uri="{9D8B030D-6E8A-4147-A177-3AD203B41FA5}">
                      <a16:colId xmlns:a16="http://schemas.microsoft.com/office/drawing/2014/main" val="2859339397"/>
                    </a:ext>
                  </a:extLst>
                </a:gridCol>
                <a:gridCol w="500063">
                  <a:extLst>
                    <a:ext uri="{9D8B030D-6E8A-4147-A177-3AD203B41FA5}">
                      <a16:colId xmlns:a16="http://schemas.microsoft.com/office/drawing/2014/main" val="3235844781"/>
                    </a:ext>
                  </a:extLst>
                </a:gridCol>
                <a:gridCol w="500063">
                  <a:extLst>
                    <a:ext uri="{9D8B030D-6E8A-4147-A177-3AD203B41FA5}">
                      <a16:colId xmlns:a16="http://schemas.microsoft.com/office/drawing/2014/main" val="2785058071"/>
                    </a:ext>
                  </a:extLst>
                </a:gridCol>
                <a:gridCol w="500063">
                  <a:extLst>
                    <a:ext uri="{9D8B030D-6E8A-4147-A177-3AD203B41FA5}">
                      <a16:colId xmlns:a16="http://schemas.microsoft.com/office/drawing/2014/main" val="920543562"/>
                    </a:ext>
                  </a:extLst>
                </a:gridCol>
              </a:tblGrid>
              <a:tr h="496490">
                <a:tc>
                  <a:txBody>
                    <a:bodyPr/>
                    <a:lstStyle/>
                    <a:p>
                      <a:pPr algn="ctr"/>
                      <a:r>
                        <a:rPr lang="en-US" b="0" dirty="0">
                          <a:solidFill>
                            <a:schemeClr val="tx1"/>
                          </a:solidFill>
                        </a:rPr>
                        <a:t>1,4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0" dirty="0">
                          <a:solidFill>
                            <a:schemeClr val="tx1"/>
                          </a:solidFill>
                        </a:rPr>
                        <a:t>2,4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0" dirty="0">
                          <a:solidFill>
                            <a:schemeClr val="tx1"/>
                          </a:solidFill>
                        </a:rPr>
                        <a:t>3,4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0" dirty="0">
                          <a:solidFill>
                            <a:schemeClr val="tx1"/>
                          </a:solidFill>
                        </a:rPr>
                        <a:t>4,4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815277642"/>
                  </a:ext>
                </a:extLst>
              </a:tr>
              <a:tr h="496490">
                <a:tc>
                  <a:txBody>
                    <a:bodyPr/>
                    <a:lstStyle/>
                    <a:p>
                      <a:pPr algn="ctr"/>
                      <a:r>
                        <a:rPr lang="en-US" b="0" dirty="0">
                          <a:solidFill>
                            <a:schemeClr val="tx1"/>
                          </a:solidFill>
                        </a:rPr>
                        <a:t>1,3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4C7E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0" dirty="0">
                          <a:solidFill>
                            <a:schemeClr val="tx1"/>
                          </a:solidFill>
                        </a:rPr>
                        <a:t>2,3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A1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0" dirty="0">
                          <a:solidFill>
                            <a:schemeClr val="tx1"/>
                          </a:solidFill>
                        </a:rPr>
                        <a:t>3,3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4C7E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0" dirty="0">
                          <a:solidFill>
                            <a:schemeClr val="tx1"/>
                          </a:solidFill>
                        </a:rPr>
                        <a:t>4,3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877946960"/>
                  </a:ext>
                </a:extLst>
              </a:tr>
              <a:tr h="496490">
                <a:tc>
                  <a:txBody>
                    <a:bodyPr/>
                    <a:lstStyle/>
                    <a:p>
                      <a:pPr algn="ctr"/>
                      <a:r>
                        <a:rPr lang="en-US" b="0" dirty="0">
                          <a:solidFill>
                            <a:schemeClr val="tx1"/>
                          </a:solidFill>
                        </a:rPr>
                        <a:t>1,2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0" dirty="0">
                          <a:solidFill>
                            <a:schemeClr val="tx1"/>
                          </a:solidFill>
                        </a:rPr>
                        <a:t>2,2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0" dirty="0">
                          <a:solidFill>
                            <a:schemeClr val="tx1"/>
                          </a:solidFill>
                        </a:rPr>
                        <a:t>3,2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A1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0" dirty="0">
                          <a:solidFill>
                            <a:schemeClr val="tx1"/>
                          </a:solidFill>
                        </a:rPr>
                        <a:t>4,2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0584525"/>
                  </a:ext>
                </a:extLst>
              </a:tr>
              <a:tr h="496490">
                <a:tc>
                  <a:txBody>
                    <a:bodyPr/>
                    <a:lstStyle/>
                    <a:p>
                      <a:pPr algn="ctr"/>
                      <a:r>
                        <a:rPr lang="en-US" b="0" dirty="0">
                          <a:solidFill>
                            <a:schemeClr val="tx1"/>
                          </a:solidFill>
                        </a:rPr>
                        <a:t>1,1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0" dirty="0">
                          <a:solidFill>
                            <a:schemeClr val="tx1"/>
                          </a:solidFill>
                        </a:rPr>
                        <a:t>2,1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0" dirty="0">
                          <a:solidFill>
                            <a:schemeClr val="tx1"/>
                          </a:solidFill>
                        </a:rPr>
                        <a:t>3,1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4C7E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0" dirty="0">
                          <a:solidFill>
                            <a:schemeClr val="tx1"/>
                          </a:solidFill>
                        </a:rPr>
                        <a:t>4,1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62431636"/>
                  </a:ext>
                </a:extLst>
              </a:tr>
            </a:tbl>
          </a:graphicData>
        </a:graphic>
      </p:graphicFrame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901CD50D-7E47-8013-C416-87B3C462A294}"/>
                  </a:ext>
                </a:extLst>
              </p:cNvPr>
              <p:cNvSpPr txBox="1"/>
              <p:nvPr/>
            </p:nvSpPr>
            <p:spPr>
              <a:xfrm>
                <a:off x="2742035" y="4613773"/>
                <a:ext cx="504825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400" b="0" i="1" dirty="0" smtClean="0">
                          <a:latin typeface="Cambria Math" panose="02040503050406030204" pitchFamily="18" charset="0"/>
                        </a:rPr>
                        <m:t>2</m:t>
                      </m:r>
                    </m:oMath>
                  </m:oMathPara>
                </a14:m>
                <a:endParaRPr/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901CD50D-7E47-8013-C416-87B3C462A29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742035" y="4613773"/>
                <a:ext cx="504825" cy="307777"/>
              </a:xfrm>
              <a:prstGeom prst="rect">
                <a:avLst/>
              </a:prstGeom>
              <a:blipFill>
                <a:blip r:embed="rId1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B7D25FA0-AE16-2088-28B6-90A7D5E78DF1}"/>
                  </a:ext>
                </a:extLst>
              </p:cNvPr>
              <p:cNvSpPr txBox="1"/>
              <p:nvPr/>
            </p:nvSpPr>
            <p:spPr>
              <a:xfrm>
                <a:off x="2241972" y="4613773"/>
                <a:ext cx="504825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400" b="0" i="1" dirty="0" smtClean="0">
                          <a:latin typeface="Cambria Math" panose="02040503050406030204" pitchFamily="18" charset="0"/>
                        </a:rPr>
                        <m:t>1</m:t>
                      </m:r>
                    </m:oMath>
                  </m:oMathPara>
                </a14:m>
                <a:endParaRPr/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B7D25FA0-AE16-2088-28B6-90A7D5E78DF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241972" y="4613773"/>
                <a:ext cx="504825" cy="307777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B5D78216-65C1-1442-32E2-571DC0523477}"/>
                  </a:ext>
                </a:extLst>
              </p:cNvPr>
              <p:cNvSpPr txBox="1"/>
              <p:nvPr/>
            </p:nvSpPr>
            <p:spPr>
              <a:xfrm>
                <a:off x="3251622" y="4613773"/>
                <a:ext cx="504825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400" i="1" dirty="0">
                          <a:latin typeface="Cambria Math" panose="02040503050406030204" pitchFamily="18" charset="0"/>
                        </a:rPr>
                        <m:t>3</m:t>
                      </m:r>
                    </m:oMath>
                  </m:oMathPara>
                </a14:m>
                <a:endParaRPr/>
              </a:p>
            </p:txBody>
          </p:sp>
        </mc:Choice>
        <mc:Fallback xmlns="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B5D78216-65C1-1442-32E2-571DC052347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51622" y="4613773"/>
                <a:ext cx="504825" cy="307777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DB15BFAF-00EB-6BF0-9EB2-FDCDB77EA8FB}"/>
                  </a:ext>
                </a:extLst>
              </p:cNvPr>
              <p:cNvSpPr txBox="1"/>
              <p:nvPr/>
            </p:nvSpPr>
            <p:spPr>
              <a:xfrm>
                <a:off x="3744542" y="4613773"/>
                <a:ext cx="504825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400" i="1" dirty="0">
                          <a:latin typeface="Cambria Math" panose="02040503050406030204" pitchFamily="18" charset="0"/>
                        </a:rPr>
                        <m:t>4</m:t>
                      </m:r>
                    </m:oMath>
                  </m:oMathPara>
                </a14:m>
                <a:endParaRPr/>
              </a:p>
            </p:txBody>
          </p:sp>
        </mc:Choice>
        <mc:Fallback xmlns="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DB15BFAF-00EB-6BF0-9EB2-FDCDB77EA8F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744542" y="4613773"/>
                <a:ext cx="504825" cy="307777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AC32D71D-AB70-AC78-0587-7FC513663C3D}"/>
                  </a:ext>
                </a:extLst>
              </p:cNvPr>
              <p:cNvSpPr txBox="1"/>
              <p:nvPr/>
            </p:nvSpPr>
            <p:spPr>
              <a:xfrm>
                <a:off x="1761132" y="4163295"/>
                <a:ext cx="504825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400" b="0" i="1" dirty="0" smtClean="0">
                          <a:latin typeface="Cambria Math" panose="02040503050406030204" pitchFamily="18" charset="0"/>
                        </a:rPr>
                        <m:t>1</m:t>
                      </m:r>
                    </m:oMath>
                  </m:oMathPara>
                </a14:m>
                <a:endParaRPr/>
              </a:p>
            </p:txBody>
          </p:sp>
        </mc:Choice>
        <mc:Fallback xmlns="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AC32D71D-AB70-AC78-0587-7FC513663C3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761132" y="4163295"/>
                <a:ext cx="504825" cy="307777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DD4ED360-28E2-ABC2-CE7A-66D3BC8FC7F8}"/>
                  </a:ext>
                </a:extLst>
              </p:cNvPr>
              <p:cNvSpPr txBox="1"/>
              <p:nvPr/>
            </p:nvSpPr>
            <p:spPr>
              <a:xfrm>
                <a:off x="1761132" y="2677298"/>
                <a:ext cx="504825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400" i="1" dirty="0">
                          <a:latin typeface="Cambria Math" panose="02040503050406030204" pitchFamily="18" charset="0"/>
                        </a:rPr>
                        <m:t>4</m:t>
                      </m:r>
                    </m:oMath>
                  </m:oMathPara>
                </a14:m>
                <a:endParaRPr/>
              </a:p>
            </p:txBody>
          </p:sp>
        </mc:Choice>
        <mc:Fallback xmlns="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DD4ED360-28E2-ABC2-CE7A-66D3BC8FC7F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761132" y="2677298"/>
                <a:ext cx="504825" cy="307777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D8FE02B5-0A38-06E9-94F8-C0525DF15099}"/>
                  </a:ext>
                </a:extLst>
              </p:cNvPr>
              <p:cNvSpPr txBox="1"/>
              <p:nvPr/>
            </p:nvSpPr>
            <p:spPr>
              <a:xfrm>
                <a:off x="1761132" y="3183143"/>
                <a:ext cx="504825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400" i="1" dirty="0">
                          <a:latin typeface="Cambria Math" panose="02040503050406030204" pitchFamily="18" charset="0"/>
                        </a:rPr>
                        <m:t>3</m:t>
                      </m:r>
                    </m:oMath>
                  </m:oMathPara>
                </a14:m>
                <a:endParaRPr/>
              </a:p>
            </p:txBody>
          </p:sp>
        </mc:Choice>
        <mc:Fallback xmlns="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D8FE02B5-0A38-06E9-94F8-C0525DF1509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761132" y="3183143"/>
                <a:ext cx="504825" cy="307777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4C37B7B9-85E5-B534-87DE-98CD7ECC4349}"/>
                  </a:ext>
                </a:extLst>
              </p:cNvPr>
              <p:cNvSpPr txBox="1"/>
              <p:nvPr/>
            </p:nvSpPr>
            <p:spPr>
              <a:xfrm>
                <a:off x="1761132" y="3657450"/>
                <a:ext cx="504825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400" b="0" i="1" dirty="0" smtClean="0">
                          <a:latin typeface="Cambria Math" panose="02040503050406030204" pitchFamily="18" charset="0"/>
                        </a:rPr>
                        <m:t>2</m:t>
                      </m:r>
                    </m:oMath>
                  </m:oMathPara>
                </a14:m>
                <a:endParaRPr/>
              </a:p>
            </p:txBody>
          </p:sp>
        </mc:Choice>
        <mc:Fallback xmlns="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4C37B7B9-85E5-B534-87DE-98CD7ECC434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761132" y="3657450"/>
                <a:ext cx="504825" cy="307777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22FBAB47-1230-D224-9393-63987C9AA094}"/>
                  </a:ext>
                </a:extLst>
              </p:cNvPr>
              <p:cNvSpPr txBox="1"/>
              <p:nvPr/>
            </p:nvSpPr>
            <p:spPr>
              <a:xfrm>
                <a:off x="2490813" y="4921550"/>
                <a:ext cx="721519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400" b="0" i="1" dirty="0" smtClean="0">
                          <a:latin typeface="Cambria Math" panose="02040503050406030204" pitchFamily="18" charset="0"/>
                        </a:rPr>
                        <m:t>𝑋</m:t>
                      </m:r>
                      <m:r>
                        <a:rPr lang="en-US" sz="1400" b="0" i="1" dirty="0" smtClean="0">
                          <a:latin typeface="Cambria Math" panose="02040503050406030204" pitchFamily="18" charset="0"/>
                        </a:rPr>
                        <m:t>=</m:t>
                      </m:r>
                    </m:oMath>
                  </m:oMathPara>
                </a14:m>
                <a:endParaRPr/>
              </a:p>
            </p:txBody>
          </p:sp>
        </mc:Choice>
        <mc:Fallback xmlns=""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22FBAB47-1230-D224-9393-63987C9AA09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490813" y="4921550"/>
                <a:ext cx="721519" cy="307777"/>
              </a:xfrm>
              <a:prstGeom prst="rect">
                <a:avLst/>
              </a:prstGeom>
              <a:blipFill>
                <a:blip r:embed="rId1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6" name="TextBox 25">
            <a:extLst>
              <a:ext uri="{FF2B5EF4-FFF2-40B4-BE49-F238E27FC236}">
                <a16:creationId xmlns:a16="http://schemas.microsoft.com/office/drawing/2014/main" id="{19C13E7A-7BCD-A45D-F3F4-AE6343BBA316}"/>
              </a:ext>
            </a:extLst>
          </p:cNvPr>
          <p:cNvSpPr txBox="1"/>
          <p:nvPr/>
        </p:nvSpPr>
        <p:spPr>
          <a:xfrm>
            <a:off x="2982541" y="4921550"/>
            <a:ext cx="96916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Georgia" panose="02040502050405020303" pitchFamily="18" charset="0"/>
              </a:rPr>
              <a:t>First roll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7" name="TextBox 36">
                <a:extLst>
                  <a:ext uri="{FF2B5EF4-FFF2-40B4-BE49-F238E27FC236}">
                    <a16:creationId xmlns:a16="http://schemas.microsoft.com/office/drawing/2014/main" id="{9FA18720-BA64-299B-2E2A-274D3AEF2D98}"/>
                  </a:ext>
                </a:extLst>
              </p:cNvPr>
              <p:cNvSpPr txBox="1"/>
              <p:nvPr/>
            </p:nvSpPr>
            <p:spPr>
              <a:xfrm>
                <a:off x="1011883" y="3323232"/>
                <a:ext cx="721519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400" b="0" i="1" dirty="0" smtClean="0">
                          <a:latin typeface="Cambria Math" panose="02040503050406030204" pitchFamily="18" charset="0"/>
                        </a:rPr>
                        <m:t>𝑌</m:t>
                      </m:r>
                      <m:r>
                        <a:rPr lang="en-US" sz="1400" b="0" i="1" dirty="0" smtClean="0">
                          <a:latin typeface="Cambria Math" panose="02040503050406030204" pitchFamily="18" charset="0"/>
                        </a:rPr>
                        <m:t>=</m:t>
                      </m:r>
                    </m:oMath>
                  </m:oMathPara>
                </a14:m>
                <a:endParaRPr dirty="0"/>
              </a:p>
            </p:txBody>
          </p:sp>
        </mc:Choice>
        <mc:Fallback xmlns="">
          <p:sp>
            <p:nvSpPr>
              <p:cNvPr id="37" name="TextBox 36">
                <a:extLst>
                  <a:ext uri="{FF2B5EF4-FFF2-40B4-BE49-F238E27FC236}">
                    <a16:creationId xmlns:a16="http://schemas.microsoft.com/office/drawing/2014/main" id="{9FA18720-BA64-299B-2E2A-274D3AEF2D9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11883" y="3323232"/>
                <a:ext cx="721519" cy="307777"/>
              </a:xfrm>
              <a:prstGeom prst="rect">
                <a:avLst/>
              </a:prstGeom>
              <a:blipFill>
                <a:blip r:embed="rId1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0" name="TextBox 39">
            <a:extLst>
              <a:ext uri="{FF2B5EF4-FFF2-40B4-BE49-F238E27FC236}">
                <a16:creationId xmlns:a16="http://schemas.microsoft.com/office/drawing/2014/main" id="{ECDAC04C-DB50-C894-EF26-3460D6FE4F45}"/>
              </a:ext>
            </a:extLst>
          </p:cNvPr>
          <p:cNvSpPr txBox="1"/>
          <p:nvPr/>
        </p:nvSpPr>
        <p:spPr>
          <a:xfrm>
            <a:off x="857101" y="3508791"/>
            <a:ext cx="114657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Georgia" panose="02040502050405020303" pitchFamily="18" charset="0"/>
              </a:rPr>
              <a:t>Second roll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5" name="TextBox 44">
                <a:extLst>
                  <a:ext uri="{FF2B5EF4-FFF2-40B4-BE49-F238E27FC236}">
                    <a16:creationId xmlns:a16="http://schemas.microsoft.com/office/drawing/2014/main" id="{80F7B639-FD62-BCDD-CC77-5898A8D28882}"/>
                  </a:ext>
                </a:extLst>
              </p:cNvPr>
              <p:cNvSpPr txBox="1"/>
              <p:nvPr/>
            </p:nvSpPr>
            <p:spPr>
              <a:xfrm>
                <a:off x="2173646" y="1963998"/>
                <a:ext cx="2146428" cy="49705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en-US" sz="1400" b="1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𝑷</m:t>
                      </m:r>
                      <m:d>
                        <m:dPr>
                          <m:endChr m:val="|"/>
                          <m:ctrlPr>
                            <a:rPr lang="en-US" sz="1400" b="1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b="1" i="1" dirty="0" smtClean="0">
                              <a:solidFill>
                                <a:srgbClr val="0070C0"/>
                              </a:solidFill>
                              <a:latin typeface="Cambria Math" panose="02040503050406030204" pitchFamily="18" charset="0"/>
                            </a:rPr>
                            <m:t>𝑴</m:t>
                          </m:r>
                          <m:r>
                            <a:rPr lang="en-US" sz="1400" b="1" i="1" dirty="0" smtClean="0">
                              <a:solidFill>
                                <a:srgbClr val="0070C0"/>
                              </a:solidFill>
                              <a:latin typeface="Cambria Math" panose="02040503050406030204" pitchFamily="18" charset="0"/>
                            </a:rPr>
                            <m:t>=</m:t>
                          </m:r>
                          <m:r>
                            <a:rPr lang="en-US" sz="1400" b="1" i="1" dirty="0" smtClean="0">
                              <a:solidFill>
                                <a:srgbClr val="0070C0"/>
                              </a:solidFill>
                              <a:latin typeface="Cambria Math" panose="02040503050406030204" pitchFamily="18" charset="0"/>
                            </a:rPr>
                            <m:t>𝟑</m:t>
                          </m:r>
                          <m:r>
                            <a:rPr lang="en-US" sz="1400" b="1" i="1" dirty="0" smtClean="0">
                              <a:solidFill>
                                <a:srgbClr val="0070C0"/>
                              </a:solidFill>
                              <a:latin typeface="Cambria Math" panose="02040503050406030204" pitchFamily="18" charset="0"/>
                            </a:rPr>
                            <m:t> </m:t>
                          </m:r>
                        </m:e>
                      </m:d>
                      <m:r>
                        <a:rPr lang="en-US" sz="1400" b="1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sz="1400" b="1" i="1" dirty="0" smtClean="0">
                          <a:solidFill>
                            <a:schemeClr val="accent2">
                              <a:lumMod val="75000"/>
                            </a:schemeClr>
                          </a:solidFill>
                          <a:latin typeface="Cambria Math" panose="02040503050406030204" pitchFamily="18" charset="0"/>
                        </a:rPr>
                        <m:t>𝑩</m:t>
                      </m:r>
                      <m:r>
                        <a:rPr lang="en-US" sz="1400" b="1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)=</m:t>
                      </m:r>
                      <m:f>
                        <m:fPr>
                          <m:ctrlPr>
                            <a:rPr lang="en-US" sz="1400" b="1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1400" b="1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𝟐</m:t>
                          </m:r>
                        </m:num>
                        <m:den>
                          <m:r>
                            <a:rPr lang="en-US" sz="1400" b="1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𝟓</m:t>
                          </m:r>
                        </m:den>
                      </m:f>
                    </m:oMath>
                  </m:oMathPara>
                </a14:m>
                <a:endParaRPr lang="ar-AE" b="1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45" name="TextBox 44">
                <a:extLst>
                  <a:ext uri="{FF2B5EF4-FFF2-40B4-BE49-F238E27FC236}">
                    <a16:creationId xmlns:a16="http://schemas.microsoft.com/office/drawing/2014/main" id="{80F7B639-FD62-BCDD-CC77-5898A8D2888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173646" y="1963998"/>
                <a:ext cx="2146428" cy="497059"/>
              </a:xfrm>
              <a:prstGeom prst="rect">
                <a:avLst/>
              </a:prstGeom>
              <a:blipFill>
                <a:blip r:embed="rId17"/>
                <a:stretch>
                  <a:fillRect b="-122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8" name="타원 47">
            <a:extLst>
              <a:ext uri="{FF2B5EF4-FFF2-40B4-BE49-F238E27FC236}">
                <a16:creationId xmlns:a16="http://schemas.microsoft.com/office/drawing/2014/main" id="{A05BDD97-9BE5-F564-17DF-B05C4CD7AED7}"/>
              </a:ext>
            </a:extLst>
          </p:cNvPr>
          <p:cNvSpPr/>
          <p:nvPr/>
        </p:nvSpPr>
        <p:spPr>
          <a:xfrm>
            <a:off x="3744542" y="2673479"/>
            <a:ext cx="504825" cy="307777"/>
          </a:xfrm>
          <a:prstGeom prst="ellipse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49" name="직선 화살표 연결선 48">
            <a:extLst>
              <a:ext uri="{FF2B5EF4-FFF2-40B4-BE49-F238E27FC236}">
                <a16:creationId xmlns:a16="http://schemas.microsoft.com/office/drawing/2014/main" id="{F5A4D27D-5520-DC70-F5BA-FC700755F78B}"/>
              </a:ext>
            </a:extLst>
          </p:cNvPr>
          <p:cNvCxnSpPr>
            <a:cxnSpLocks/>
            <a:stCxn id="48" idx="0"/>
            <a:endCxn id="53" idx="1"/>
          </p:cNvCxnSpPr>
          <p:nvPr/>
        </p:nvCxnSpPr>
        <p:spPr>
          <a:xfrm>
            <a:off x="3996955" y="2673479"/>
            <a:ext cx="493093" cy="0"/>
          </a:xfrm>
          <a:prstGeom prst="straightConnector1">
            <a:avLst/>
          </a:prstGeom>
          <a:ln w="127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53" name="TextBox 52">
                <a:extLst>
                  <a:ext uri="{FF2B5EF4-FFF2-40B4-BE49-F238E27FC236}">
                    <a16:creationId xmlns:a16="http://schemas.microsoft.com/office/drawing/2014/main" id="{9CC315E8-18F2-9E6D-A63E-6AC93CBE183B}"/>
                  </a:ext>
                </a:extLst>
              </p:cNvPr>
              <p:cNvSpPr txBox="1"/>
              <p:nvPr/>
            </p:nvSpPr>
            <p:spPr>
              <a:xfrm>
                <a:off x="4490048" y="2474546"/>
                <a:ext cx="1903657" cy="39786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400" b="0" dirty="0">
                    <a:solidFill>
                      <a:schemeClr val="tx1"/>
                    </a:solidFill>
                  </a:rPr>
                  <a:t>Each block has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sz="1400" b="0" i="1" dirty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1400" b="0" i="0" dirty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en-US" sz="1400" b="0" i="0" dirty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16</m:t>
                        </m:r>
                      </m:den>
                    </m:f>
                  </m:oMath>
                </a14:m>
                <a:r>
                  <a:rPr lang="en-US" dirty="0">
                    <a:solidFill>
                      <a:schemeClr val="tx1"/>
                    </a:solidFill>
                  </a:rPr>
                  <a:t> </a:t>
                </a:r>
                <a:r>
                  <a:rPr lang="en-US" sz="1400" dirty="0">
                    <a:solidFill>
                      <a:schemeClr val="tx1"/>
                    </a:solidFill>
                  </a:rPr>
                  <a:t>Prob.</a:t>
                </a:r>
                <a:endParaRPr lang="ar-AE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53" name="TextBox 52">
                <a:extLst>
                  <a:ext uri="{FF2B5EF4-FFF2-40B4-BE49-F238E27FC236}">
                    <a16:creationId xmlns:a16="http://schemas.microsoft.com/office/drawing/2014/main" id="{9CC315E8-18F2-9E6D-A63E-6AC93CBE183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490048" y="2474546"/>
                <a:ext cx="1903657" cy="397866"/>
              </a:xfrm>
              <a:prstGeom prst="rect">
                <a:avLst/>
              </a:prstGeom>
              <a:blipFill>
                <a:blip r:embed="rId18"/>
                <a:stretch>
                  <a:fillRect l="-962" b="-461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4" name="왼쪽 중괄호 63">
            <a:extLst>
              <a:ext uri="{FF2B5EF4-FFF2-40B4-BE49-F238E27FC236}">
                <a16:creationId xmlns:a16="http://schemas.microsoft.com/office/drawing/2014/main" id="{09A2BB4A-9985-BA3F-87B8-7001F0011740}"/>
              </a:ext>
            </a:extLst>
          </p:cNvPr>
          <p:cNvSpPr/>
          <p:nvPr/>
        </p:nvSpPr>
        <p:spPr>
          <a:xfrm>
            <a:off x="4340758" y="1156996"/>
            <a:ext cx="183356" cy="550504"/>
          </a:xfrm>
          <a:prstGeom prst="leftBrac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6990830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13D1331-A020-2716-1BC5-275FE58EDB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직사각형 96">
            <a:extLst>
              <a:ext uri="{FF2B5EF4-FFF2-40B4-BE49-F238E27FC236}">
                <a16:creationId xmlns:a16="http://schemas.microsoft.com/office/drawing/2014/main" id="{215E5A6A-270B-9D0E-E7CB-1D8F3ADD59D6}"/>
              </a:ext>
            </a:extLst>
          </p:cNvPr>
          <p:cNvSpPr/>
          <p:nvPr/>
        </p:nvSpPr>
        <p:spPr>
          <a:xfrm>
            <a:off x="7274028" y="2252823"/>
            <a:ext cx="3787442" cy="206794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3" name="타원 132">
            <a:extLst>
              <a:ext uri="{FF2B5EF4-FFF2-40B4-BE49-F238E27FC236}">
                <a16:creationId xmlns:a16="http://schemas.microsoft.com/office/drawing/2014/main" id="{849FBA32-5777-761F-2EBF-40701681985E}"/>
              </a:ext>
            </a:extLst>
          </p:cNvPr>
          <p:cNvSpPr/>
          <p:nvPr/>
        </p:nvSpPr>
        <p:spPr>
          <a:xfrm>
            <a:off x="7554395" y="2773564"/>
            <a:ext cx="3090746" cy="1317145"/>
          </a:xfrm>
          <a:prstGeom prst="ellipse">
            <a:avLst/>
          </a:prstGeom>
          <a:solidFill>
            <a:schemeClr val="accent2">
              <a:lumMod val="20000"/>
              <a:lumOff val="80000"/>
            </a:schemeClr>
          </a:solidFill>
          <a:ln w="28575">
            <a:solidFill>
              <a:schemeClr val="accent5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accent5">
                  <a:lumMod val="75000"/>
                </a:schemeClr>
              </a:solidFill>
            </a:endParaRPr>
          </a:p>
        </p:txBody>
      </p:sp>
      <p:cxnSp>
        <p:nvCxnSpPr>
          <p:cNvPr id="21" name="직선 화살표 연결선 20">
            <a:extLst>
              <a:ext uri="{FF2B5EF4-FFF2-40B4-BE49-F238E27FC236}">
                <a16:creationId xmlns:a16="http://schemas.microsoft.com/office/drawing/2014/main" id="{FE27FBAE-D964-7634-C760-64499759AC66}"/>
              </a:ext>
            </a:extLst>
          </p:cNvPr>
          <p:cNvCxnSpPr>
            <a:cxnSpLocks/>
          </p:cNvCxnSpPr>
          <p:nvPr/>
        </p:nvCxnSpPr>
        <p:spPr>
          <a:xfrm flipV="1">
            <a:off x="1464907" y="2379306"/>
            <a:ext cx="709126" cy="933061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직선 화살표 연결선 22">
            <a:extLst>
              <a:ext uri="{FF2B5EF4-FFF2-40B4-BE49-F238E27FC236}">
                <a16:creationId xmlns:a16="http://schemas.microsoft.com/office/drawing/2014/main" id="{E507F0B0-F6D4-92DA-DCE3-A096DCD441CC}"/>
              </a:ext>
            </a:extLst>
          </p:cNvPr>
          <p:cNvCxnSpPr>
            <a:cxnSpLocks/>
          </p:cNvCxnSpPr>
          <p:nvPr/>
        </p:nvCxnSpPr>
        <p:spPr>
          <a:xfrm flipV="1">
            <a:off x="2174033" y="1903445"/>
            <a:ext cx="1222310" cy="475861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직선 화살표 연결선 37">
            <a:extLst>
              <a:ext uri="{FF2B5EF4-FFF2-40B4-BE49-F238E27FC236}">
                <a16:creationId xmlns:a16="http://schemas.microsoft.com/office/drawing/2014/main" id="{C60FD66F-03B2-28EC-96DA-2FFF61EC0101}"/>
              </a:ext>
            </a:extLst>
          </p:cNvPr>
          <p:cNvCxnSpPr>
            <a:cxnSpLocks/>
          </p:cNvCxnSpPr>
          <p:nvPr/>
        </p:nvCxnSpPr>
        <p:spPr>
          <a:xfrm flipV="1">
            <a:off x="3396343" y="1586204"/>
            <a:ext cx="1343609" cy="317241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직선 화살표 연결선 40">
            <a:extLst>
              <a:ext uri="{FF2B5EF4-FFF2-40B4-BE49-F238E27FC236}">
                <a16:creationId xmlns:a16="http://schemas.microsoft.com/office/drawing/2014/main" id="{DB471D4B-EB3A-7DCA-9DCC-27703B7647ED}"/>
              </a:ext>
            </a:extLst>
          </p:cNvPr>
          <p:cNvCxnSpPr>
            <a:cxnSpLocks/>
          </p:cNvCxnSpPr>
          <p:nvPr/>
        </p:nvCxnSpPr>
        <p:spPr>
          <a:xfrm>
            <a:off x="3359022" y="1903445"/>
            <a:ext cx="1352935" cy="167950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직선 화살표 연결선 43">
            <a:extLst>
              <a:ext uri="{FF2B5EF4-FFF2-40B4-BE49-F238E27FC236}">
                <a16:creationId xmlns:a16="http://schemas.microsoft.com/office/drawing/2014/main" id="{6CE0E447-8D9E-D977-D0C6-77708717F3A2}"/>
              </a:ext>
            </a:extLst>
          </p:cNvPr>
          <p:cNvCxnSpPr>
            <a:cxnSpLocks/>
          </p:cNvCxnSpPr>
          <p:nvPr/>
        </p:nvCxnSpPr>
        <p:spPr>
          <a:xfrm>
            <a:off x="2174033" y="2379306"/>
            <a:ext cx="1184989" cy="475861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" name="직선 화살표 연결선 49">
            <a:extLst>
              <a:ext uri="{FF2B5EF4-FFF2-40B4-BE49-F238E27FC236}">
                <a16:creationId xmlns:a16="http://schemas.microsoft.com/office/drawing/2014/main" id="{F75C5BF1-5427-A11C-671B-A56B84A71441}"/>
              </a:ext>
            </a:extLst>
          </p:cNvPr>
          <p:cNvCxnSpPr>
            <a:cxnSpLocks/>
          </p:cNvCxnSpPr>
          <p:nvPr/>
        </p:nvCxnSpPr>
        <p:spPr>
          <a:xfrm flipV="1">
            <a:off x="3396343" y="2663870"/>
            <a:ext cx="1306288" cy="181967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" name="직선 화살표 연결선 50">
            <a:extLst>
              <a:ext uri="{FF2B5EF4-FFF2-40B4-BE49-F238E27FC236}">
                <a16:creationId xmlns:a16="http://schemas.microsoft.com/office/drawing/2014/main" id="{41DBC8DF-9EED-3537-83ED-9D3326B0FAB7}"/>
              </a:ext>
            </a:extLst>
          </p:cNvPr>
          <p:cNvCxnSpPr>
            <a:cxnSpLocks/>
          </p:cNvCxnSpPr>
          <p:nvPr/>
        </p:nvCxnSpPr>
        <p:spPr>
          <a:xfrm>
            <a:off x="3359022" y="2845837"/>
            <a:ext cx="1380930" cy="317241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직선 화살표 연결선 51">
            <a:extLst>
              <a:ext uri="{FF2B5EF4-FFF2-40B4-BE49-F238E27FC236}">
                <a16:creationId xmlns:a16="http://schemas.microsoft.com/office/drawing/2014/main" id="{14ABD092-F047-C8ED-027D-A77814BFAD4C}"/>
              </a:ext>
            </a:extLst>
          </p:cNvPr>
          <p:cNvCxnSpPr>
            <a:cxnSpLocks/>
          </p:cNvCxnSpPr>
          <p:nvPr/>
        </p:nvCxnSpPr>
        <p:spPr>
          <a:xfrm>
            <a:off x="1464907" y="3312367"/>
            <a:ext cx="709126" cy="1026367"/>
          </a:xfrm>
          <a:prstGeom prst="straightConnector1">
            <a:avLst/>
          </a:prstGeom>
          <a:ln w="1905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6" name="직선 화살표 연결선 55">
            <a:extLst>
              <a:ext uri="{FF2B5EF4-FFF2-40B4-BE49-F238E27FC236}">
                <a16:creationId xmlns:a16="http://schemas.microsoft.com/office/drawing/2014/main" id="{A7605C58-EFB6-4EE2-178C-2216D2A71BF8}"/>
              </a:ext>
            </a:extLst>
          </p:cNvPr>
          <p:cNvCxnSpPr>
            <a:cxnSpLocks/>
          </p:cNvCxnSpPr>
          <p:nvPr/>
        </p:nvCxnSpPr>
        <p:spPr>
          <a:xfrm flipV="1">
            <a:off x="2174033" y="3853542"/>
            <a:ext cx="1222310" cy="475861"/>
          </a:xfrm>
          <a:prstGeom prst="straightConnector1">
            <a:avLst/>
          </a:prstGeom>
          <a:ln w="1905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7" name="직선 화살표 연결선 56">
            <a:extLst>
              <a:ext uri="{FF2B5EF4-FFF2-40B4-BE49-F238E27FC236}">
                <a16:creationId xmlns:a16="http://schemas.microsoft.com/office/drawing/2014/main" id="{7C3CF8D8-EF02-3FCF-3AEE-46924B4CD7CE}"/>
              </a:ext>
            </a:extLst>
          </p:cNvPr>
          <p:cNvCxnSpPr>
            <a:cxnSpLocks/>
          </p:cNvCxnSpPr>
          <p:nvPr/>
        </p:nvCxnSpPr>
        <p:spPr>
          <a:xfrm flipV="1">
            <a:off x="3396343" y="3536301"/>
            <a:ext cx="1343609" cy="317241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8" name="직선 화살표 연결선 57">
            <a:extLst>
              <a:ext uri="{FF2B5EF4-FFF2-40B4-BE49-F238E27FC236}">
                <a16:creationId xmlns:a16="http://schemas.microsoft.com/office/drawing/2014/main" id="{C743C539-99C4-C1BB-E0FC-D1663DCC0340}"/>
              </a:ext>
            </a:extLst>
          </p:cNvPr>
          <p:cNvCxnSpPr>
            <a:cxnSpLocks/>
          </p:cNvCxnSpPr>
          <p:nvPr/>
        </p:nvCxnSpPr>
        <p:spPr>
          <a:xfrm>
            <a:off x="3359022" y="3853542"/>
            <a:ext cx="1380930" cy="237167"/>
          </a:xfrm>
          <a:prstGeom prst="straightConnector1">
            <a:avLst/>
          </a:prstGeom>
          <a:ln w="1905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9" name="직선 화살표 연결선 58">
            <a:extLst>
              <a:ext uri="{FF2B5EF4-FFF2-40B4-BE49-F238E27FC236}">
                <a16:creationId xmlns:a16="http://schemas.microsoft.com/office/drawing/2014/main" id="{D8E2D1AF-B5F2-6BD5-B9E8-F4442ACB092B}"/>
              </a:ext>
            </a:extLst>
          </p:cNvPr>
          <p:cNvCxnSpPr>
            <a:cxnSpLocks/>
          </p:cNvCxnSpPr>
          <p:nvPr/>
        </p:nvCxnSpPr>
        <p:spPr>
          <a:xfrm>
            <a:off x="2174033" y="4329403"/>
            <a:ext cx="1184989" cy="475861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0" name="직선 화살표 연결선 59">
            <a:extLst>
              <a:ext uri="{FF2B5EF4-FFF2-40B4-BE49-F238E27FC236}">
                <a16:creationId xmlns:a16="http://schemas.microsoft.com/office/drawing/2014/main" id="{EEC1AA0D-741D-879C-98DD-9D978F9ED590}"/>
              </a:ext>
            </a:extLst>
          </p:cNvPr>
          <p:cNvCxnSpPr>
            <a:cxnSpLocks/>
          </p:cNvCxnSpPr>
          <p:nvPr/>
        </p:nvCxnSpPr>
        <p:spPr>
          <a:xfrm flipV="1">
            <a:off x="3396343" y="4646644"/>
            <a:ext cx="1343609" cy="149290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1" name="직선 화살표 연결선 60">
            <a:extLst>
              <a:ext uri="{FF2B5EF4-FFF2-40B4-BE49-F238E27FC236}">
                <a16:creationId xmlns:a16="http://schemas.microsoft.com/office/drawing/2014/main" id="{725BB7D1-ED8D-E2D2-3683-C5DDA00FF25B}"/>
              </a:ext>
            </a:extLst>
          </p:cNvPr>
          <p:cNvCxnSpPr>
            <a:cxnSpLocks/>
          </p:cNvCxnSpPr>
          <p:nvPr/>
        </p:nvCxnSpPr>
        <p:spPr>
          <a:xfrm>
            <a:off x="3359022" y="4795934"/>
            <a:ext cx="1380930" cy="317241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62" name="TextBox 61">
                <a:extLst>
                  <a:ext uri="{FF2B5EF4-FFF2-40B4-BE49-F238E27FC236}">
                    <a16:creationId xmlns:a16="http://schemas.microsoft.com/office/drawing/2014/main" id="{C69721C9-93FC-0085-2034-FC66C1AF9E5A}"/>
                  </a:ext>
                </a:extLst>
              </p:cNvPr>
              <p:cNvSpPr txBox="1"/>
              <p:nvPr/>
            </p:nvSpPr>
            <p:spPr>
              <a:xfrm>
                <a:off x="1129005" y="2617236"/>
                <a:ext cx="709126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en-US" sz="1400" b="1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𝑷</m:t>
                      </m:r>
                      <m:r>
                        <a:rPr lang="en-US" sz="1400" b="1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sz="1400" b="1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𝑨</m:t>
                      </m:r>
                      <m:r>
                        <a:rPr lang="en-US" sz="1400" b="1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ar-AE" b="1" dirty="0">
                  <a:solidFill>
                    <a:schemeClr val="tx1"/>
                  </a:solidFill>
                </a:endParaRPr>
              </a:p>
            </p:txBody>
          </p:sp>
        </mc:Choice>
        <mc:Fallback>
          <p:sp>
            <p:nvSpPr>
              <p:cNvPr id="62" name="TextBox 61">
                <a:extLst>
                  <a:ext uri="{FF2B5EF4-FFF2-40B4-BE49-F238E27FC236}">
                    <a16:creationId xmlns:a16="http://schemas.microsoft.com/office/drawing/2014/main" id="{C69721C9-93FC-0085-2034-FC66C1AF9E5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29005" y="2617236"/>
                <a:ext cx="709126" cy="307777"/>
              </a:xfrm>
              <a:prstGeom prst="rect">
                <a:avLst/>
              </a:prstGeom>
              <a:blipFill>
                <a:blip r:embed="rId3"/>
                <a:stretch>
                  <a:fillRect b="-784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65" name="TextBox 64">
                <a:extLst>
                  <a:ext uri="{FF2B5EF4-FFF2-40B4-BE49-F238E27FC236}">
                    <a16:creationId xmlns:a16="http://schemas.microsoft.com/office/drawing/2014/main" id="{BCBB6532-C613-1545-195E-5C0FD4EB494A}"/>
                  </a:ext>
                </a:extLst>
              </p:cNvPr>
              <p:cNvSpPr txBox="1"/>
              <p:nvPr/>
            </p:nvSpPr>
            <p:spPr>
              <a:xfrm>
                <a:off x="1129005" y="3778263"/>
                <a:ext cx="709126" cy="34342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en-US" sz="1400" b="1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𝑷</m:t>
                      </m:r>
                      <m:d>
                        <m:dPr>
                          <m:ctrlPr>
                            <a:rPr lang="en-US" sz="1400" b="1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p>
                            <m:sSupPr>
                              <m:ctrlPr>
                                <a:rPr lang="en-US" sz="1400" b="1" i="1" dirty="0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1400" b="1" i="1" dirty="0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𝑨</m:t>
                              </m:r>
                            </m:e>
                            <m:sup>
                              <m:r>
                                <a:rPr lang="en-US" sz="1400" b="1" i="1" dirty="0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𝑪</m:t>
                              </m:r>
                            </m:sup>
                          </m:sSup>
                        </m:e>
                      </m:d>
                    </m:oMath>
                  </m:oMathPara>
                </a14:m>
                <a:endParaRPr lang="en-US" sz="1400" b="1" dirty="0">
                  <a:solidFill>
                    <a:schemeClr val="tx1"/>
                  </a:solidFill>
                </a:endParaRPr>
              </a:p>
            </p:txBody>
          </p:sp>
        </mc:Choice>
        <mc:Fallback>
          <p:sp>
            <p:nvSpPr>
              <p:cNvPr id="65" name="TextBox 64">
                <a:extLst>
                  <a:ext uri="{FF2B5EF4-FFF2-40B4-BE49-F238E27FC236}">
                    <a16:creationId xmlns:a16="http://schemas.microsoft.com/office/drawing/2014/main" id="{BCBB6532-C613-1545-195E-5C0FD4EB494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29005" y="3778263"/>
                <a:ext cx="709126" cy="343427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66" name="TextBox 65">
                <a:extLst>
                  <a:ext uri="{FF2B5EF4-FFF2-40B4-BE49-F238E27FC236}">
                    <a16:creationId xmlns:a16="http://schemas.microsoft.com/office/drawing/2014/main" id="{3EE01B3A-254E-EF92-2CD1-ACA838E9C535}"/>
                  </a:ext>
                </a:extLst>
              </p:cNvPr>
              <p:cNvSpPr txBox="1"/>
              <p:nvPr/>
            </p:nvSpPr>
            <p:spPr>
              <a:xfrm>
                <a:off x="3055778" y="1945046"/>
                <a:ext cx="709126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en-US" sz="1400" b="1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𝑷</m:t>
                      </m:r>
                      <m:r>
                        <a:rPr lang="en-US" sz="1400" b="1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sz="1400" b="1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𝑩</m:t>
                      </m:r>
                      <m:r>
                        <a:rPr lang="en-US" sz="1400" b="1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|</m:t>
                      </m:r>
                      <m:r>
                        <a:rPr lang="en-US" sz="1400" b="1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𝑨</m:t>
                      </m:r>
                      <m:r>
                        <a:rPr lang="en-US" sz="1400" b="1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ar-AE" b="1" dirty="0">
                  <a:solidFill>
                    <a:schemeClr val="tx1"/>
                  </a:solidFill>
                </a:endParaRPr>
              </a:p>
            </p:txBody>
          </p:sp>
        </mc:Choice>
        <mc:Fallback>
          <p:sp>
            <p:nvSpPr>
              <p:cNvPr id="66" name="TextBox 65">
                <a:extLst>
                  <a:ext uri="{FF2B5EF4-FFF2-40B4-BE49-F238E27FC236}">
                    <a16:creationId xmlns:a16="http://schemas.microsoft.com/office/drawing/2014/main" id="{3EE01B3A-254E-EF92-2CD1-ACA838E9C53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055778" y="1945046"/>
                <a:ext cx="709126" cy="307777"/>
              </a:xfrm>
              <a:prstGeom prst="rect">
                <a:avLst/>
              </a:prstGeom>
              <a:blipFill>
                <a:blip r:embed="rId5"/>
                <a:stretch>
                  <a:fillRect r="-5128" b="-784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68" name="TextBox 67">
                <a:extLst>
                  <a:ext uri="{FF2B5EF4-FFF2-40B4-BE49-F238E27FC236}">
                    <a16:creationId xmlns:a16="http://schemas.microsoft.com/office/drawing/2014/main" id="{1DE9C6D9-1B30-5C94-9169-41A6D97F49A1}"/>
                  </a:ext>
                </a:extLst>
              </p:cNvPr>
              <p:cNvSpPr txBox="1"/>
              <p:nvPr/>
            </p:nvSpPr>
            <p:spPr>
              <a:xfrm>
                <a:off x="2906488" y="2854526"/>
                <a:ext cx="709126" cy="33547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en-US" sz="1400" b="1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𝑷</m:t>
                      </m:r>
                      <m:d>
                        <m:dPr>
                          <m:ctrlPr>
                            <a:rPr lang="en-US" sz="1400" b="1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p>
                            <m:sSupPr>
                              <m:ctrlPr>
                                <a:rPr lang="en-US" sz="1400" b="1" i="1" dirty="0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1400" b="1" i="1" dirty="0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𝑩</m:t>
                              </m:r>
                            </m:e>
                            <m:sup>
                              <m:r>
                                <a:rPr lang="en-US" sz="1400" b="1" i="1" dirty="0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𝑪</m:t>
                              </m:r>
                            </m:sup>
                          </m:sSup>
                        </m:e>
                        <m:e>
                          <m:r>
                            <a:rPr lang="en-US" sz="1400" b="1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𝑨</m:t>
                          </m:r>
                        </m:e>
                      </m:d>
                    </m:oMath>
                  </m:oMathPara>
                </a14:m>
                <a:endParaRPr lang="en-US" sz="1400" b="1" dirty="0">
                  <a:solidFill>
                    <a:schemeClr val="tx1"/>
                  </a:solidFill>
                </a:endParaRPr>
              </a:p>
            </p:txBody>
          </p:sp>
        </mc:Choice>
        <mc:Fallback>
          <p:sp>
            <p:nvSpPr>
              <p:cNvPr id="68" name="TextBox 67">
                <a:extLst>
                  <a:ext uri="{FF2B5EF4-FFF2-40B4-BE49-F238E27FC236}">
                    <a16:creationId xmlns:a16="http://schemas.microsoft.com/office/drawing/2014/main" id="{1DE9C6D9-1B30-5C94-9169-41A6D97F49A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06488" y="2854526"/>
                <a:ext cx="709126" cy="335476"/>
              </a:xfrm>
              <a:prstGeom prst="rect">
                <a:avLst/>
              </a:prstGeom>
              <a:blipFill>
                <a:blip r:embed="rId6"/>
                <a:stretch>
                  <a:fillRect r="-603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69" name="TextBox 68">
                <a:extLst>
                  <a:ext uri="{FF2B5EF4-FFF2-40B4-BE49-F238E27FC236}">
                    <a16:creationId xmlns:a16="http://schemas.microsoft.com/office/drawing/2014/main" id="{BDFC4FF4-82F9-6BB4-D53D-2FDC3410ADBC}"/>
                  </a:ext>
                </a:extLst>
              </p:cNvPr>
              <p:cNvSpPr txBox="1"/>
              <p:nvPr/>
            </p:nvSpPr>
            <p:spPr>
              <a:xfrm>
                <a:off x="1856793" y="2103268"/>
                <a:ext cx="354561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en-US" sz="1400" b="1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𝑨</m:t>
                      </m:r>
                    </m:oMath>
                  </m:oMathPara>
                </a14:m>
                <a:endParaRPr lang="ar-AE" b="1" dirty="0">
                  <a:solidFill>
                    <a:schemeClr val="tx1"/>
                  </a:solidFill>
                </a:endParaRPr>
              </a:p>
            </p:txBody>
          </p:sp>
        </mc:Choice>
        <mc:Fallback>
          <p:sp>
            <p:nvSpPr>
              <p:cNvPr id="69" name="TextBox 68">
                <a:extLst>
                  <a:ext uri="{FF2B5EF4-FFF2-40B4-BE49-F238E27FC236}">
                    <a16:creationId xmlns:a16="http://schemas.microsoft.com/office/drawing/2014/main" id="{BDFC4FF4-82F9-6BB4-D53D-2FDC3410ADB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856793" y="2103268"/>
                <a:ext cx="354561" cy="307777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71" name="TextBox 70">
                <a:extLst>
                  <a:ext uri="{FF2B5EF4-FFF2-40B4-BE49-F238E27FC236}">
                    <a16:creationId xmlns:a16="http://schemas.microsoft.com/office/drawing/2014/main" id="{958D9AD6-3A52-1CF9-4D90-9BC7BF6EDA71}"/>
                  </a:ext>
                </a:extLst>
              </p:cNvPr>
              <p:cNvSpPr txBox="1"/>
              <p:nvPr/>
            </p:nvSpPr>
            <p:spPr>
              <a:xfrm>
                <a:off x="3004458" y="1595534"/>
                <a:ext cx="709125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en-US" sz="1400" b="1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𝑨</m:t>
                      </m:r>
                      <m:r>
                        <a:rPr lang="en-US" sz="1400" b="1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∩</m:t>
                      </m:r>
                      <m:r>
                        <a:rPr lang="en-US" sz="1400" b="1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𝑩</m:t>
                      </m:r>
                    </m:oMath>
                  </m:oMathPara>
                </a14:m>
                <a:endParaRPr lang="en-US" sz="1400" b="1" dirty="0">
                  <a:solidFill>
                    <a:schemeClr val="tx1"/>
                  </a:solidFill>
                </a:endParaRPr>
              </a:p>
            </p:txBody>
          </p:sp>
        </mc:Choice>
        <mc:Fallback>
          <p:sp>
            <p:nvSpPr>
              <p:cNvPr id="71" name="TextBox 70">
                <a:extLst>
                  <a:ext uri="{FF2B5EF4-FFF2-40B4-BE49-F238E27FC236}">
                    <a16:creationId xmlns:a16="http://schemas.microsoft.com/office/drawing/2014/main" id="{958D9AD6-3A52-1CF9-4D90-9BC7BF6EDA7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004458" y="1595534"/>
                <a:ext cx="709125" cy="307777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80" name="TextBox 79">
                <a:extLst>
                  <a:ext uri="{FF2B5EF4-FFF2-40B4-BE49-F238E27FC236}">
                    <a16:creationId xmlns:a16="http://schemas.microsoft.com/office/drawing/2014/main" id="{6A63F3C4-AA25-899A-7F11-F69DB1C144F4}"/>
                  </a:ext>
                </a:extLst>
              </p:cNvPr>
              <p:cNvSpPr txBox="1"/>
              <p:nvPr/>
            </p:nvSpPr>
            <p:spPr>
              <a:xfrm>
                <a:off x="4739952" y="1232342"/>
                <a:ext cx="951722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en-US" sz="1400" b="1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𝑨</m:t>
                      </m:r>
                      <m:r>
                        <a:rPr lang="en-US" sz="1400" b="1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∩</m:t>
                      </m:r>
                      <m:r>
                        <a:rPr lang="en-US" sz="1400" b="1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𝑩</m:t>
                      </m:r>
                      <m:r>
                        <a:rPr lang="en-US" sz="1400" b="1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∩</m:t>
                      </m:r>
                      <m:r>
                        <m:rPr>
                          <m:sty m:val="p"/>
                        </m:rPr>
                        <a:rPr lang="en-US" sz="1400" b="1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C</m:t>
                      </m:r>
                    </m:oMath>
                  </m:oMathPara>
                </a14:m>
                <a:endParaRPr lang="en-US" sz="1400" b="1" dirty="0">
                  <a:solidFill>
                    <a:schemeClr val="tx1"/>
                  </a:solidFill>
                </a:endParaRPr>
              </a:p>
            </p:txBody>
          </p:sp>
        </mc:Choice>
        <mc:Fallback>
          <p:sp>
            <p:nvSpPr>
              <p:cNvPr id="80" name="TextBox 79">
                <a:extLst>
                  <a:ext uri="{FF2B5EF4-FFF2-40B4-BE49-F238E27FC236}">
                    <a16:creationId xmlns:a16="http://schemas.microsoft.com/office/drawing/2014/main" id="{6A63F3C4-AA25-899A-7F11-F69DB1C144F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739952" y="1232342"/>
                <a:ext cx="951722" cy="307777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81" name="TextBox 80">
                <a:extLst>
                  <a:ext uri="{FF2B5EF4-FFF2-40B4-BE49-F238E27FC236}">
                    <a16:creationId xmlns:a16="http://schemas.microsoft.com/office/drawing/2014/main" id="{5C4AD249-EA85-55F0-3B88-A61E4784718A}"/>
                  </a:ext>
                </a:extLst>
              </p:cNvPr>
              <p:cNvSpPr txBox="1"/>
              <p:nvPr/>
            </p:nvSpPr>
            <p:spPr>
              <a:xfrm>
                <a:off x="4711957" y="1800788"/>
                <a:ext cx="1045032" cy="31258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en-US" sz="1400" b="1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𝑨</m:t>
                      </m:r>
                      <m:r>
                        <a:rPr lang="en-US" sz="1400" b="1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∩</m:t>
                      </m:r>
                      <m:r>
                        <a:rPr lang="en-US" sz="1400" b="1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𝑩</m:t>
                      </m:r>
                      <m:r>
                        <a:rPr lang="en-US" sz="1400" b="1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∩</m:t>
                      </m:r>
                      <m:sSup>
                        <m:sSupPr>
                          <m:ctrlPr>
                            <a:rPr lang="en-US" sz="1400" b="1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m:rPr>
                              <m:sty m:val="p"/>
                            </m:rPr>
                            <a:rPr lang="en-US" sz="1400" b="1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C</m:t>
                          </m:r>
                        </m:e>
                        <m:sup>
                          <m:r>
                            <a:rPr lang="en-US" sz="1400" b="1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𝑪</m:t>
                          </m:r>
                        </m:sup>
                      </m:sSup>
                    </m:oMath>
                  </m:oMathPara>
                </a14:m>
                <a:endParaRPr lang="en-US" sz="1400" b="1" dirty="0">
                  <a:solidFill>
                    <a:schemeClr val="tx1"/>
                  </a:solidFill>
                </a:endParaRPr>
              </a:p>
            </p:txBody>
          </p:sp>
        </mc:Choice>
        <mc:Fallback>
          <p:sp>
            <p:nvSpPr>
              <p:cNvPr id="81" name="TextBox 80">
                <a:extLst>
                  <a:ext uri="{FF2B5EF4-FFF2-40B4-BE49-F238E27FC236}">
                    <a16:creationId xmlns:a16="http://schemas.microsoft.com/office/drawing/2014/main" id="{5C4AD249-EA85-55F0-3B88-A61E4784718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711957" y="1800788"/>
                <a:ext cx="1045032" cy="312586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83" name="TextBox 82">
                <a:extLst>
                  <a:ext uri="{FF2B5EF4-FFF2-40B4-BE49-F238E27FC236}">
                    <a16:creationId xmlns:a16="http://schemas.microsoft.com/office/drawing/2014/main" id="{8DC12F57-0560-90A5-B27E-EE116FF0B0BE}"/>
                  </a:ext>
                </a:extLst>
              </p:cNvPr>
              <p:cNvSpPr txBox="1"/>
              <p:nvPr/>
            </p:nvSpPr>
            <p:spPr>
              <a:xfrm>
                <a:off x="3004458" y="2501455"/>
                <a:ext cx="867748" cy="31258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en-US" sz="1400" b="1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𝑨</m:t>
                      </m:r>
                      <m:r>
                        <a:rPr lang="en-US" sz="1400" b="1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∩</m:t>
                      </m:r>
                      <m:sSup>
                        <m:sSupPr>
                          <m:ctrlPr>
                            <a:rPr lang="en-US" sz="1400" b="1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1400" b="1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𝑩</m:t>
                          </m:r>
                        </m:e>
                        <m:sup>
                          <m:r>
                            <a:rPr lang="en-US" sz="1400" b="1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𝑪</m:t>
                          </m:r>
                        </m:sup>
                      </m:sSup>
                    </m:oMath>
                  </m:oMathPara>
                </a14:m>
                <a:endParaRPr lang="en-US" sz="1400" b="1" dirty="0">
                  <a:solidFill>
                    <a:schemeClr val="tx1"/>
                  </a:solidFill>
                </a:endParaRPr>
              </a:p>
            </p:txBody>
          </p:sp>
        </mc:Choice>
        <mc:Fallback>
          <p:sp>
            <p:nvSpPr>
              <p:cNvPr id="83" name="TextBox 82">
                <a:extLst>
                  <a:ext uri="{FF2B5EF4-FFF2-40B4-BE49-F238E27FC236}">
                    <a16:creationId xmlns:a16="http://schemas.microsoft.com/office/drawing/2014/main" id="{8DC12F57-0560-90A5-B27E-EE116FF0B0B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004458" y="2501455"/>
                <a:ext cx="867748" cy="312586"/>
              </a:xfrm>
              <a:prstGeom prst="rect">
                <a:avLst/>
              </a:prstGeom>
              <a:blipFill>
                <a:blip r:embed="rId1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84" name="TextBox 83">
                <a:extLst>
                  <a:ext uri="{FF2B5EF4-FFF2-40B4-BE49-F238E27FC236}">
                    <a16:creationId xmlns:a16="http://schemas.microsoft.com/office/drawing/2014/main" id="{C098D9D4-CDB5-278F-C9D3-282119E022A8}"/>
                  </a:ext>
                </a:extLst>
              </p:cNvPr>
              <p:cNvSpPr txBox="1"/>
              <p:nvPr/>
            </p:nvSpPr>
            <p:spPr>
              <a:xfrm>
                <a:off x="2687215" y="3536301"/>
                <a:ext cx="1343609" cy="31258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sz="1400" b="1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1400" b="1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𝑨</m:t>
                          </m:r>
                        </m:e>
                        <m:sup>
                          <m:r>
                            <a:rPr lang="en-US" sz="1400" b="1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𝑪</m:t>
                          </m:r>
                        </m:sup>
                      </m:sSup>
                      <m:r>
                        <a:rPr lang="en-US" sz="1400" b="1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∩</m:t>
                      </m:r>
                      <m:r>
                        <a:rPr lang="en-US" sz="1400" b="1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𝑩</m:t>
                      </m:r>
                    </m:oMath>
                  </m:oMathPara>
                </a14:m>
                <a:endParaRPr lang="en-US" sz="1400" b="1" dirty="0">
                  <a:solidFill>
                    <a:schemeClr val="tx1"/>
                  </a:solidFill>
                </a:endParaRPr>
              </a:p>
            </p:txBody>
          </p:sp>
        </mc:Choice>
        <mc:Fallback>
          <p:sp>
            <p:nvSpPr>
              <p:cNvPr id="84" name="TextBox 83">
                <a:extLst>
                  <a:ext uri="{FF2B5EF4-FFF2-40B4-BE49-F238E27FC236}">
                    <a16:creationId xmlns:a16="http://schemas.microsoft.com/office/drawing/2014/main" id="{C098D9D4-CDB5-278F-C9D3-282119E022A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687215" y="3536301"/>
                <a:ext cx="1343609" cy="312586"/>
              </a:xfrm>
              <a:prstGeom prst="rect">
                <a:avLst/>
              </a:prstGeom>
              <a:blipFill>
                <a:blip r:embed="rId1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85" name="TextBox 84">
                <a:extLst>
                  <a:ext uri="{FF2B5EF4-FFF2-40B4-BE49-F238E27FC236}">
                    <a16:creationId xmlns:a16="http://schemas.microsoft.com/office/drawing/2014/main" id="{4F1483CB-638B-05C5-F727-3829A265F0BB}"/>
                  </a:ext>
                </a:extLst>
              </p:cNvPr>
              <p:cNvSpPr txBox="1"/>
              <p:nvPr/>
            </p:nvSpPr>
            <p:spPr>
              <a:xfrm>
                <a:off x="2766527" y="4451572"/>
                <a:ext cx="1343609" cy="31258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sz="1400" b="1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1400" b="1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𝑨</m:t>
                          </m:r>
                        </m:e>
                        <m:sup>
                          <m:r>
                            <a:rPr lang="en-US" sz="1400" b="1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𝑪</m:t>
                          </m:r>
                        </m:sup>
                      </m:sSup>
                      <m:r>
                        <a:rPr lang="en-US" sz="1400" b="1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∩</m:t>
                      </m:r>
                      <m:sSup>
                        <m:sSupPr>
                          <m:ctrlPr>
                            <a:rPr lang="en-US" sz="1400" b="1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1400" b="1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𝑩</m:t>
                          </m:r>
                        </m:e>
                        <m:sup>
                          <m:r>
                            <a:rPr lang="en-US" sz="1400" b="1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𝑪</m:t>
                          </m:r>
                        </m:sup>
                      </m:sSup>
                    </m:oMath>
                  </m:oMathPara>
                </a14:m>
                <a:endParaRPr lang="en-US" sz="1400" b="1" dirty="0">
                  <a:solidFill>
                    <a:schemeClr val="tx1"/>
                  </a:solidFill>
                </a:endParaRPr>
              </a:p>
            </p:txBody>
          </p:sp>
        </mc:Choice>
        <mc:Fallback>
          <p:sp>
            <p:nvSpPr>
              <p:cNvPr id="85" name="TextBox 84">
                <a:extLst>
                  <a:ext uri="{FF2B5EF4-FFF2-40B4-BE49-F238E27FC236}">
                    <a16:creationId xmlns:a16="http://schemas.microsoft.com/office/drawing/2014/main" id="{4F1483CB-638B-05C5-F727-3829A265F0B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766527" y="4451572"/>
                <a:ext cx="1343609" cy="312586"/>
              </a:xfrm>
              <a:prstGeom prst="rect">
                <a:avLst/>
              </a:prstGeom>
              <a:blipFill>
                <a:blip r:embed="rId1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86" name="TextBox 85">
                <a:extLst>
                  <a:ext uri="{FF2B5EF4-FFF2-40B4-BE49-F238E27FC236}">
                    <a16:creationId xmlns:a16="http://schemas.microsoft.com/office/drawing/2014/main" id="{2D619AE0-1505-E439-7915-1026865BBCAC}"/>
                  </a:ext>
                </a:extLst>
              </p:cNvPr>
              <p:cNvSpPr txBox="1"/>
              <p:nvPr/>
            </p:nvSpPr>
            <p:spPr>
              <a:xfrm>
                <a:off x="3055778" y="3894648"/>
                <a:ext cx="709126" cy="31258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en-US" sz="1400" b="1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𝑷</m:t>
                      </m:r>
                      <m:r>
                        <a:rPr lang="en-US" sz="1400" b="1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sz="1400" b="1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𝑩</m:t>
                      </m:r>
                      <m:r>
                        <a:rPr lang="en-US" sz="1400" b="1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|</m:t>
                      </m:r>
                      <m:sSup>
                        <m:sSupPr>
                          <m:ctrlPr>
                            <a:rPr lang="en-US" sz="1400" b="1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1400" b="1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𝑨</m:t>
                          </m:r>
                        </m:e>
                        <m:sup>
                          <m:r>
                            <a:rPr lang="en-US" sz="1400" b="1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𝑪</m:t>
                          </m:r>
                        </m:sup>
                      </m:sSup>
                      <m:r>
                        <a:rPr lang="en-US" sz="1400" b="1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ar-AE" b="1" dirty="0">
                  <a:solidFill>
                    <a:schemeClr val="tx1"/>
                  </a:solidFill>
                </a:endParaRPr>
              </a:p>
            </p:txBody>
          </p:sp>
        </mc:Choice>
        <mc:Fallback>
          <p:sp>
            <p:nvSpPr>
              <p:cNvPr id="86" name="TextBox 85">
                <a:extLst>
                  <a:ext uri="{FF2B5EF4-FFF2-40B4-BE49-F238E27FC236}">
                    <a16:creationId xmlns:a16="http://schemas.microsoft.com/office/drawing/2014/main" id="{2D619AE0-1505-E439-7915-1026865BBCA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055778" y="3894648"/>
                <a:ext cx="709126" cy="312586"/>
              </a:xfrm>
              <a:prstGeom prst="rect">
                <a:avLst/>
              </a:prstGeom>
              <a:blipFill>
                <a:blip r:embed="rId14"/>
                <a:stretch>
                  <a:fillRect r="-17094" b="-980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87" name="TextBox 86">
                <a:extLst>
                  <a:ext uri="{FF2B5EF4-FFF2-40B4-BE49-F238E27FC236}">
                    <a16:creationId xmlns:a16="http://schemas.microsoft.com/office/drawing/2014/main" id="{48C020FD-03DD-52D9-441F-6C46C7D4AE75}"/>
                  </a:ext>
                </a:extLst>
              </p:cNvPr>
              <p:cNvSpPr txBox="1"/>
              <p:nvPr/>
            </p:nvSpPr>
            <p:spPr>
              <a:xfrm>
                <a:off x="1856793" y="4359137"/>
                <a:ext cx="354561" cy="31258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sz="1400" b="1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1400" b="1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𝑨</m:t>
                          </m:r>
                        </m:e>
                        <m:sup>
                          <m:r>
                            <a:rPr lang="en-US" sz="1400" b="1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𝑪</m:t>
                          </m:r>
                        </m:sup>
                      </m:sSup>
                    </m:oMath>
                  </m:oMathPara>
                </a14:m>
                <a:endParaRPr lang="en-US" sz="1400" b="1" dirty="0">
                  <a:solidFill>
                    <a:schemeClr val="tx1"/>
                  </a:solidFill>
                </a:endParaRPr>
              </a:p>
            </p:txBody>
          </p:sp>
        </mc:Choice>
        <mc:Fallback>
          <p:sp>
            <p:nvSpPr>
              <p:cNvPr id="87" name="TextBox 86">
                <a:extLst>
                  <a:ext uri="{FF2B5EF4-FFF2-40B4-BE49-F238E27FC236}">
                    <a16:creationId xmlns:a16="http://schemas.microsoft.com/office/drawing/2014/main" id="{48C020FD-03DD-52D9-441F-6C46C7D4AE7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856793" y="4359137"/>
                <a:ext cx="354561" cy="312586"/>
              </a:xfrm>
              <a:prstGeom prst="rect">
                <a:avLst/>
              </a:prstGeom>
              <a:blipFill>
                <a:blip r:embed="rId1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89" name="TextBox 88">
                <a:extLst>
                  <a:ext uri="{FF2B5EF4-FFF2-40B4-BE49-F238E27FC236}">
                    <a16:creationId xmlns:a16="http://schemas.microsoft.com/office/drawing/2014/main" id="{053AD6C4-EE2F-FDFD-FC41-312CC88C622C}"/>
                  </a:ext>
                </a:extLst>
              </p:cNvPr>
              <p:cNvSpPr txBox="1"/>
              <p:nvPr/>
            </p:nvSpPr>
            <p:spPr>
              <a:xfrm>
                <a:off x="2906488" y="4828015"/>
                <a:ext cx="709126" cy="31258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en-US" sz="1400" b="1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𝑷</m:t>
                      </m:r>
                      <m:r>
                        <a:rPr lang="en-US" sz="1400" b="1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sSup>
                        <m:sSupPr>
                          <m:ctrlPr>
                            <a:rPr lang="en-US" sz="1400" b="1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1400" b="1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𝑩</m:t>
                          </m:r>
                        </m:e>
                        <m:sup>
                          <m:r>
                            <a:rPr lang="en-US" sz="1400" b="1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𝑪</m:t>
                          </m:r>
                        </m:sup>
                      </m:sSup>
                      <m:r>
                        <a:rPr lang="en-US" sz="1400" b="1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|</m:t>
                      </m:r>
                      <m:sSup>
                        <m:sSupPr>
                          <m:ctrlPr>
                            <a:rPr lang="en-US" sz="1400" b="1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1400" b="1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𝑨</m:t>
                          </m:r>
                        </m:e>
                        <m:sup>
                          <m:r>
                            <a:rPr lang="en-US" sz="1400" b="1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𝑪</m:t>
                          </m:r>
                        </m:sup>
                      </m:sSup>
                      <m:r>
                        <a:rPr lang="en-US" sz="1400" b="1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ar-AE" b="1" dirty="0">
                  <a:solidFill>
                    <a:schemeClr val="tx1"/>
                  </a:solidFill>
                </a:endParaRPr>
              </a:p>
            </p:txBody>
          </p:sp>
        </mc:Choice>
        <mc:Fallback>
          <p:sp>
            <p:nvSpPr>
              <p:cNvPr id="89" name="TextBox 88">
                <a:extLst>
                  <a:ext uri="{FF2B5EF4-FFF2-40B4-BE49-F238E27FC236}">
                    <a16:creationId xmlns:a16="http://schemas.microsoft.com/office/drawing/2014/main" id="{053AD6C4-EE2F-FDFD-FC41-312CC88C622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06488" y="4828015"/>
                <a:ext cx="709126" cy="312586"/>
              </a:xfrm>
              <a:prstGeom prst="rect">
                <a:avLst/>
              </a:prstGeom>
              <a:blipFill>
                <a:blip r:embed="rId16"/>
                <a:stretch>
                  <a:fillRect r="-29310" b="-980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90" name="TextBox 89">
                <a:extLst>
                  <a:ext uri="{FF2B5EF4-FFF2-40B4-BE49-F238E27FC236}">
                    <a16:creationId xmlns:a16="http://schemas.microsoft.com/office/drawing/2014/main" id="{3F0EFCC7-5422-861A-A6D1-E1697C1C3C81}"/>
                  </a:ext>
                </a:extLst>
              </p:cNvPr>
              <p:cNvSpPr txBox="1"/>
              <p:nvPr/>
            </p:nvSpPr>
            <p:spPr>
              <a:xfrm>
                <a:off x="4739952" y="1437047"/>
                <a:ext cx="1156994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en-US" sz="1400" b="1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𝑷</m:t>
                      </m:r>
                      <m:d>
                        <m:dPr>
                          <m:endChr m:val="|"/>
                          <m:ctrlPr>
                            <a:rPr lang="en-US" sz="1400" b="1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b="1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𝑪</m:t>
                          </m:r>
                          <m:r>
                            <a:rPr lang="en-US" sz="1400" b="1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 </m:t>
                          </m:r>
                        </m:e>
                      </m:d>
                      <m:r>
                        <a:rPr lang="en-US" sz="1400" b="1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sz="1400" b="1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𝑨</m:t>
                      </m:r>
                      <m:r>
                        <a:rPr lang="en-US" sz="1400" b="1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∩</m:t>
                      </m:r>
                      <m:r>
                        <a:rPr lang="en-US" sz="1400" b="1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𝑩</m:t>
                      </m:r>
                      <m:r>
                        <a:rPr lang="en-US" sz="1400" b="1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ar-AE" b="1" dirty="0">
                  <a:solidFill>
                    <a:schemeClr val="tx1"/>
                  </a:solidFill>
                </a:endParaRPr>
              </a:p>
            </p:txBody>
          </p:sp>
        </mc:Choice>
        <mc:Fallback>
          <p:sp>
            <p:nvSpPr>
              <p:cNvPr id="90" name="TextBox 89">
                <a:extLst>
                  <a:ext uri="{FF2B5EF4-FFF2-40B4-BE49-F238E27FC236}">
                    <a16:creationId xmlns:a16="http://schemas.microsoft.com/office/drawing/2014/main" id="{3F0EFCC7-5422-861A-A6D1-E1697C1C3C8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739952" y="1437047"/>
                <a:ext cx="1156994" cy="307777"/>
              </a:xfrm>
              <a:prstGeom prst="rect">
                <a:avLst/>
              </a:prstGeom>
              <a:blipFill>
                <a:blip r:embed="rId17"/>
                <a:stretch>
                  <a:fillRect b="-10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91" name="TextBox 90">
                <a:extLst>
                  <a:ext uri="{FF2B5EF4-FFF2-40B4-BE49-F238E27FC236}">
                    <a16:creationId xmlns:a16="http://schemas.microsoft.com/office/drawing/2014/main" id="{566B4647-4D9B-51F0-6F26-5F4531749E09}"/>
                  </a:ext>
                </a:extLst>
              </p:cNvPr>
              <p:cNvSpPr txBox="1"/>
              <p:nvPr/>
            </p:nvSpPr>
            <p:spPr>
              <a:xfrm>
                <a:off x="4646641" y="2029388"/>
                <a:ext cx="1222310" cy="33547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en-US" sz="1400" b="1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𝑷</m:t>
                      </m:r>
                      <m:d>
                        <m:dPr>
                          <m:endChr m:val="|"/>
                          <m:ctrlPr>
                            <a:rPr lang="en-US" sz="1400" b="1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p>
                            <m:sSupPr>
                              <m:ctrlPr>
                                <a:rPr lang="en-US" sz="1400" b="1" i="1" dirty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m:rPr>
                                  <m:sty m:val="p"/>
                                </m:rPr>
                                <a:rPr lang="en-US" sz="1400" b="1" i="1" dirty="0">
                                  <a:latin typeface="Cambria Math" panose="02040503050406030204" pitchFamily="18" charset="0"/>
                                </a:rPr>
                                <m:t>C</m:t>
                              </m:r>
                            </m:e>
                            <m:sup>
                              <m:r>
                                <a:rPr lang="en-US" sz="1400" b="1" i="1" dirty="0">
                                  <a:latin typeface="Cambria Math" panose="02040503050406030204" pitchFamily="18" charset="0"/>
                                </a:rPr>
                                <m:t>𝑪</m:t>
                              </m:r>
                            </m:sup>
                          </m:sSup>
                        </m:e>
                      </m:d>
                      <m:r>
                        <a:rPr lang="en-US" sz="1400" b="1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sz="1400" b="1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𝑨</m:t>
                      </m:r>
                      <m:r>
                        <a:rPr lang="en-US" sz="1400" b="1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∩</m:t>
                      </m:r>
                      <m:r>
                        <a:rPr lang="en-US" sz="1400" b="1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𝑩</m:t>
                      </m:r>
                      <m:r>
                        <a:rPr lang="en-US" sz="1400" b="1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ar-AE" b="1" dirty="0">
                  <a:solidFill>
                    <a:schemeClr val="tx1"/>
                  </a:solidFill>
                </a:endParaRPr>
              </a:p>
            </p:txBody>
          </p:sp>
        </mc:Choice>
        <mc:Fallback>
          <p:sp>
            <p:nvSpPr>
              <p:cNvPr id="91" name="TextBox 90">
                <a:extLst>
                  <a:ext uri="{FF2B5EF4-FFF2-40B4-BE49-F238E27FC236}">
                    <a16:creationId xmlns:a16="http://schemas.microsoft.com/office/drawing/2014/main" id="{566B4647-4D9B-51F0-6F26-5F4531749E0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646641" y="2029388"/>
                <a:ext cx="1222310" cy="335476"/>
              </a:xfrm>
              <a:prstGeom prst="rect">
                <a:avLst/>
              </a:prstGeom>
              <a:blipFill>
                <a:blip r:embed="rId18"/>
                <a:stretch>
                  <a:fillRect b="-363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93" name="TextBox 92">
                <a:extLst>
                  <a:ext uri="{FF2B5EF4-FFF2-40B4-BE49-F238E27FC236}">
                    <a16:creationId xmlns:a16="http://schemas.microsoft.com/office/drawing/2014/main" id="{4F65DB13-B0FC-62F0-EA81-F31BCC789928}"/>
                  </a:ext>
                </a:extLst>
              </p:cNvPr>
              <p:cNvSpPr txBox="1"/>
              <p:nvPr/>
            </p:nvSpPr>
            <p:spPr>
              <a:xfrm>
                <a:off x="4581332" y="3830427"/>
                <a:ext cx="1337387" cy="31258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sz="1400" b="1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1400" b="1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𝑨</m:t>
                          </m:r>
                        </m:e>
                        <m:sup>
                          <m:r>
                            <a:rPr lang="en-US" sz="1400" b="1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𝑪</m:t>
                          </m:r>
                        </m:sup>
                      </m:sSup>
                      <m:r>
                        <a:rPr lang="en-US" sz="1400" b="1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∩</m:t>
                      </m:r>
                      <m:r>
                        <a:rPr lang="en-US" sz="1400" b="1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𝑩</m:t>
                      </m:r>
                      <m:r>
                        <a:rPr lang="en-US" sz="1400" b="1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∩</m:t>
                      </m:r>
                      <m:sSup>
                        <m:sSupPr>
                          <m:ctrlPr>
                            <a:rPr lang="en-US" sz="1400" b="1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m:rPr>
                              <m:sty m:val="p"/>
                            </m:rPr>
                            <a:rPr lang="en-US" sz="1400" b="1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C</m:t>
                          </m:r>
                        </m:e>
                        <m:sup>
                          <m:r>
                            <a:rPr lang="en-US" sz="1400" b="1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𝑪</m:t>
                          </m:r>
                        </m:sup>
                      </m:sSup>
                    </m:oMath>
                  </m:oMathPara>
                </a14:m>
                <a:endParaRPr lang="en-US" sz="1400" b="1" dirty="0">
                  <a:solidFill>
                    <a:schemeClr val="tx1"/>
                  </a:solidFill>
                </a:endParaRPr>
              </a:p>
            </p:txBody>
          </p:sp>
        </mc:Choice>
        <mc:Fallback>
          <p:sp>
            <p:nvSpPr>
              <p:cNvPr id="93" name="TextBox 92">
                <a:extLst>
                  <a:ext uri="{FF2B5EF4-FFF2-40B4-BE49-F238E27FC236}">
                    <a16:creationId xmlns:a16="http://schemas.microsoft.com/office/drawing/2014/main" id="{4F65DB13-B0FC-62F0-EA81-F31BCC78992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81332" y="3830427"/>
                <a:ext cx="1337387" cy="312586"/>
              </a:xfrm>
              <a:prstGeom prst="rect">
                <a:avLst/>
              </a:prstGeom>
              <a:blipFill>
                <a:blip r:embed="rId1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94" name="TextBox 93">
                <a:extLst>
                  <a:ext uri="{FF2B5EF4-FFF2-40B4-BE49-F238E27FC236}">
                    <a16:creationId xmlns:a16="http://schemas.microsoft.com/office/drawing/2014/main" id="{740FBB8D-3383-147A-A191-30EF950C00C8}"/>
                  </a:ext>
                </a:extLst>
              </p:cNvPr>
              <p:cNvSpPr txBox="1"/>
              <p:nvPr/>
            </p:nvSpPr>
            <p:spPr>
              <a:xfrm>
                <a:off x="4646641" y="4059027"/>
                <a:ext cx="1337387" cy="33547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en-US" sz="14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𝑷</m:t>
                      </m:r>
                      <m:d>
                        <m:dPr>
                          <m:endChr m:val="|"/>
                          <m:ctrlPr>
                            <a:rPr lang="en-US" sz="1400" b="1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p>
                            <m:sSupPr>
                              <m:ctrlPr>
                                <a:rPr lang="en-US" sz="1400" b="1" i="1" dirty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m:rPr>
                                  <m:sty m:val="p"/>
                                </m:rPr>
                                <a:rPr lang="en-US" sz="1400" b="1" i="1" dirty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C</m:t>
                              </m:r>
                            </m:e>
                            <m:sup>
                              <m:r>
                                <a:rPr lang="en-US" sz="1400" b="1" i="1" dirty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𝑪</m:t>
                              </m:r>
                            </m:sup>
                          </m:sSup>
                        </m:e>
                      </m:d>
                      <m:r>
                        <a:rPr lang="en-US" sz="14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sSup>
                        <m:sSupPr>
                          <m:ctrlPr>
                            <a:rPr lang="en-US" sz="1400" b="1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1400" b="1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𝑨</m:t>
                          </m:r>
                        </m:e>
                        <m:sup>
                          <m:r>
                            <a:rPr lang="en-US" sz="1400" b="1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𝑪</m:t>
                          </m:r>
                        </m:sup>
                      </m:sSup>
                      <m:r>
                        <a:rPr lang="en-US" sz="14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∩</m:t>
                      </m:r>
                      <m:r>
                        <a:rPr lang="en-US" sz="14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𝑩</m:t>
                      </m:r>
                      <m:r>
                        <a:rPr lang="en-US" sz="14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ar-AE" b="1" dirty="0">
                  <a:solidFill>
                    <a:srgbClr val="FF0000"/>
                  </a:solidFill>
                </a:endParaRPr>
              </a:p>
            </p:txBody>
          </p:sp>
        </mc:Choice>
        <mc:Fallback>
          <p:sp>
            <p:nvSpPr>
              <p:cNvPr id="94" name="TextBox 93">
                <a:extLst>
                  <a:ext uri="{FF2B5EF4-FFF2-40B4-BE49-F238E27FC236}">
                    <a16:creationId xmlns:a16="http://schemas.microsoft.com/office/drawing/2014/main" id="{740FBB8D-3383-147A-A191-30EF950C00C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646641" y="4059027"/>
                <a:ext cx="1337387" cy="335476"/>
              </a:xfrm>
              <a:prstGeom prst="rect">
                <a:avLst/>
              </a:prstGeom>
              <a:blipFill>
                <a:blip r:embed="rId20"/>
                <a:stretch>
                  <a:fillRect b="-363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09" name="TextBox 108">
                <a:extLst>
                  <a:ext uri="{FF2B5EF4-FFF2-40B4-BE49-F238E27FC236}">
                    <a16:creationId xmlns:a16="http://schemas.microsoft.com/office/drawing/2014/main" id="{3E5E2243-62C4-AA57-DE9F-9CE95CA69871}"/>
                  </a:ext>
                </a:extLst>
              </p:cNvPr>
              <p:cNvSpPr txBox="1"/>
              <p:nvPr/>
            </p:nvSpPr>
            <p:spPr>
              <a:xfrm>
                <a:off x="10557504" y="2290467"/>
                <a:ext cx="560732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dirty="0" smtClean="0">
                              <a:solidFill>
                                <a:srgbClr val="0070C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 dirty="0" smtClean="0">
                              <a:solidFill>
                                <a:srgbClr val="0070C0"/>
                              </a:solidFill>
                              <a:latin typeface="Cambria Math" panose="02040503050406030204" pitchFamily="18" charset="0"/>
                            </a:rPr>
                            <m:t>𝐴</m:t>
                          </m:r>
                        </m:e>
                        <m:sub>
                          <m:r>
                            <a:rPr lang="en-US" b="0" i="1" dirty="0" smtClean="0">
                              <a:solidFill>
                                <a:srgbClr val="0070C0"/>
                              </a:solidFill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</m:oMath>
                  </m:oMathPara>
                </a14:m>
                <a:endParaRPr lang="en-US" b="0" dirty="0">
                  <a:solidFill>
                    <a:srgbClr val="0070C0"/>
                  </a:solidFill>
                </a:endParaRPr>
              </a:p>
            </p:txBody>
          </p:sp>
        </mc:Choice>
        <mc:Fallback>
          <p:sp>
            <p:nvSpPr>
              <p:cNvPr id="109" name="TextBox 108">
                <a:extLst>
                  <a:ext uri="{FF2B5EF4-FFF2-40B4-BE49-F238E27FC236}">
                    <a16:creationId xmlns:a16="http://schemas.microsoft.com/office/drawing/2014/main" id="{3E5E2243-62C4-AA57-DE9F-9CE95CA6987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557504" y="2290467"/>
                <a:ext cx="560732" cy="369332"/>
              </a:xfrm>
              <a:prstGeom prst="rect">
                <a:avLst/>
              </a:prstGeom>
              <a:blipFill>
                <a:blip r:embed="rId2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0" name="TextBox 109">
            <a:extLst>
              <a:ext uri="{FF2B5EF4-FFF2-40B4-BE49-F238E27FC236}">
                <a16:creationId xmlns:a16="http://schemas.microsoft.com/office/drawing/2014/main" id="{C8E44D75-2C46-8227-9CA6-7B559D689BA3}"/>
              </a:ext>
            </a:extLst>
          </p:cNvPr>
          <p:cNvSpPr txBox="1"/>
          <p:nvPr/>
        </p:nvSpPr>
        <p:spPr>
          <a:xfrm>
            <a:off x="10103026" y="2328700"/>
            <a:ext cx="69874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solidFill>
                  <a:srgbClr val="0070C0"/>
                </a:solidFill>
                <a:latin typeface="Georgia" panose="02040502050405020303" pitchFamily="18" charset="0"/>
              </a:rPr>
              <a:t>Event</a:t>
            </a:r>
          </a:p>
        </p:txBody>
      </p:sp>
      <p:sp>
        <p:nvSpPr>
          <p:cNvPr id="111" name="TextBox 110">
            <a:extLst>
              <a:ext uri="{FF2B5EF4-FFF2-40B4-BE49-F238E27FC236}">
                <a16:creationId xmlns:a16="http://schemas.microsoft.com/office/drawing/2014/main" id="{02294E85-629F-F49B-6F9A-1A6B2A95602A}"/>
              </a:ext>
            </a:extLst>
          </p:cNvPr>
          <p:cNvSpPr txBox="1"/>
          <p:nvPr/>
        </p:nvSpPr>
        <p:spPr>
          <a:xfrm>
            <a:off x="7271647" y="2254317"/>
            <a:ext cx="126015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Georgia" panose="02040502050405020303" pitchFamily="18" charset="0"/>
              </a:rPr>
              <a:t>Sample space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12" name="TextBox 111">
                <a:extLst>
                  <a:ext uri="{FF2B5EF4-FFF2-40B4-BE49-F238E27FC236}">
                    <a16:creationId xmlns:a16="http://schemas.microsoft.com/office/drawing/2014/main" id="{682E7CD4-9D15-7006-05E5-C72321EA2FCF}"/>
                  </a:ext>
                </a:extLst>
              </p:cNvPr>
              <p:cNvSpPr txBox="1"/>
              <p:nvPr/>
            </p:nvSpPr>
            <p:spPr>
              <a:xfrm>
                <a:off x="8476010" y="2269705"/>
                <a:ext cx="232435" cy="30777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l-GR" sz="2000" i="1" smtClean="0">
                          <a:latin typeface="Cambria Math" panose="02040503050406030204" pitchFamily="18" charset="0"/>
                        </a:rPr>
                        <m:t>Ω</m:t>
                      </m:r>
                    </m:oMath>
                  </m:oMathPara>
                </a14:m>
                <a:endParaRPr lang="en-US" sz="2000" dirty="0"/>
              </a:p>
            </p:txBody>
          </p:sp>
        </mc:Choice>
        <mc:Fallback>
          <p:sp>
            <p:nvSpPr>
              <p:cNvPr id="112" name="TextBox 111">
                <a:extLst>
                  <a:ext uri="{FF2B5EF4-FFF2-40B4-BE49-F238E27FC236}">
                    <a16:creationId xmlns:a16="http://schemas.microsoft.com/office/drawing/2014/main" id="{682E7CD4-9D15-7006-05E5-C72321EA2FC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476010" y="2269705"/>
                <a:ext cx="232435" cy="307777"/>
              </a:xfrm>
              <a:prstGeom prst="rect">
                <a:avLst/>
              </a:prstGeom>
              <a:blipFill>
                <a:blip r:embed="rId22"/>
                <a:stretch>
                  <a:fillRect l="-23077" r="-25641" b="-588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14" name="직선 연결선 113">
            <a:extLst>
              <a:ext uri="{FF2B5EF4-FFF2-40B4-BE49-F238E27FC236}">
                <a16:creationId xmlns:a16="http://schemas.microsoft.com/office/drawing/2014/main" id="{C2F00F0E-DB71-77C9-0298-C041BA882D11}"/>
              </a:ext>
            </a:extLst>
          </p:cNvPr>
          <p:cNvCxnSpPr>
            <a:cxnSpLocks/>
          </p:cNvCxnSpPr>
          <p:nvPr/>
        </p:nvCxnSpPr>
        <p:spPr>
          <a:xfrm flipH="1">
            <a:off x="8864899" y="2252823"/>
            <a:ext cx="662466" cy="1283478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7" name="직선 연결선 116">
            <a:extLst>
              <a:ext uri="{FF2B5EF4-FFF2-40B4-BE49-F238E27FC236}">
                <a16:creationId xmlns:a16="http://schemas.microsoft.com/office/drawing/2014/main" id="{F31CA44A-9B6C-3987-268A-3CE43E38896B}"/>
              </a:ext>
            </a:extLst>
          </p:cNvPr>
          <p:cNvCxnSpPr>
            <a:cxnSpLocks/>
          </p:cNvCxnSpPr>
          <p:nvPr/>
        </p:nvCxnSpPr>
        <p:spPr>
          <a:xfrm flipH="1">
            <a:off x="7271647" y="3536301"/>
            <a:ext cx="1593252" cy="585389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0" name="직선 연결선 119">
            <a:extLst>
              <a:ext uri="{FF2B5EF4-FFF2-40B4-BE49-F238E27FC236}">
                <a16:creationId xmlns:a16="http://schemas.microsoft.com/office/drawing/2014/main" id="{EE6E89DC-FED5-1594-2B36-D1641177EBB1}"/>
              </a:ext>
            </a:extLst>
          </p:cNvPr>
          <p:cNvCxnSpPr>
            <a:cxnSpLocks/>
          </p:cNvCxnSpPr>
          <p:nvPr/>
        </p:nvCxnSpPr>
        <p:spPr>
          <a:xfrm flipH="1" flipV="1">
            <a:off x="8999220" y="3312367"/>
            <a:ext cx="1933222" cy="1008396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129" name="TextBox 128">
                <a:extLst>
                  <a:ext uri="{FF2B5EF4-FFF2-40B4-BE49-F238E27FC236}">
                    <a16:creationId xmlns:a16="http://schemas.microsoft.com/office/drawing/2014/main" id="{14A7296F-7C38-847F-DFF1-E1F03E4D5D8F}"/>
                  </a:ext>
                </a:extLst>
              </p:cNvPr>
              <p:cNvSpPr txBox="1"/>
              <p:nvPr/>
            </p:nvSpPr>
            <p:spPr>
              <a:xfrm>
                <a:off x="8008872" y="3958347"/>
                <a:ext cx="560732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dirty="0" smtClean="0">
                              <a:solidFill>
                                <a:srgbClr val="0070C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 dirty="0" smtClean="0">
                              <a:solidFill>
                                <a:srgbClr val="0070C0"/>
                              </a:solidFill>
                              <a:latin typeface="Cambria Math" panose="02040503050406030204" pitchFamily="18" charset="0"/>
                            </a:rPr>
                            <m:t>𝐴</m:t>
                          </m:r>
                        </m:e>
                        <m:sub>
                          <m:r>
                            <a:rPr lang="en-US" b="0" i="1" dirty="0" smtClean="0">
                              <a:solidFill>
                                <a:srgbClr val="0070C0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US" b="0" dirty="0">
                  <a:solidFill>
                    <a:srgbClr val="0070C0"/>
                  </a:solidFill>
                </a:endParaRPr>
              </a:p>
            </p:txBody>
          </p:sp>
        </mc:Choice>
        <mc:Fallback>
          <p:sp>
            <p:nvSpPr>
              <p:cNvPr id="129" name="TextBox 128">
                <a:extLst>
                  <a:ext uri="{FF2B5EF4-FFF2-40B4-BE49-F238E27FC236}">
                    <a16:creationId xmlns:a16="http://schemas.microsoft.com/office/drawing/2014/main" id="{14A7296F-7C38-847F-DFF1-E1F03E4D5D8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008872" y="3958347"/>
                <a:ext cx="560732" cy="369332"/>
              </a:xfrm>
              <a:prstGeom prst="rect">
                <a:avLst/>
              </a:prstGeom>
              <a:blipFill>
                <a:blip r:embed="rId2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30" name="TextBox 129">
            <a:extLst>
              <a:ext uri="{FF2B5EF4-FFF2-40B4-BE49-F238E27FC236}">
                <a16:creationId xmlns:a16="http://schemas.microsoft.com/office/drawing/2014/main" id="{8BBD1267-7E49-D1F9-11CD-48B6D46FC68C}"/>
              </a:ext>
            </a:extLst>
          </p:cNvPr>
          <p:cNvSpPr txBox="1"/>
          <p:nvPr/>
        </p:nvSpPr>
        <p:spPr>
          <a:xfrm>
            <a:off x="7554394" y="3996580"/>
            <a:ext cx="69874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solidFill>
                  <a:srgbClr val="0070C0"/>
                </a:solidFill>
                <a:latin typeface="Georgia" panose="02040502050405020303" pitchFamily="18" charset="0"/>
              </a:rPr>
              <a:t>Event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31" name="TextBox 130">
                <a:extLst>
                  <a:ext uri="{FF2B5EF4-FFF2-40B4-BE49-F238E27FC236}">
                    <a16:creationId xmlns:a16="http://schemas.microsoft.com/office/drawing/2014/main" id="{55A6DAF6-F3D7-FD6A-76FB-86C0D6E87723}"/>
                  </a:ext>
                </a:extLst>
              </p:cNvPr>
              <p:cNvSpPr txBox="1"/>
              <p:nvPr/>
            </p:nvSpPr>
            <p:spPr>
              <a:xfrm>
                <a:off x="7728506" y="2517774"/>
                <a:ext cx="560732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dirty="0" smtClean="0">
                              <a:solidFill>
                                <a:srgbClr val="0070C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 dirty="0" smtClean="0">
                              <a:solidFill>
                                <a:srgbClr val="0070C0"/>
                              </a:solidFill>
                              <a:latin typeface="Cambria Math" panose="02040503050406030204" pitchFamily="18" charset="0"/>
                            </a:rPr>
                            <m:t>𝐴</m:t>
                          </m:r>
                        </m:e>
                        <m:sub>
                          <m:r>
                            <a:rPr lang="en-US" b="0" i="1" dirty="0" smtClean="0">
                              <a:solidFill>
                                <a:srgbClr val="0070C0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US" b="0" dirty="0">
                  <a:solidFill>
                    <a:srgbClr val="0070C0"/>
                  </a:solidFill>
                </a:endParaRPr>
              </a:p>
            </p:txBody>
          </p:sp>
        </mc:Choice>
        <mc:Fallback>
          <p:sp>
            <p:nvSpPr>
              <p:cNvPr id="131" name="TextBox 130">
                <a:extLst>
                  <a:ext uri="{FF2B5EF4-FFF2-40B4-BE49-F238E27FC236}">
                    <a16:creationId xmlns:a16="http://schemas.microsoft.com/office/drawing/2014/main" id="{55A6DAF6-F3D7-FD6A-76FB-86C0D6E8772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728506" y="2517774"/>
                <a:ext cx="560732" cy="369332"/>
              </a:xfrm>
              <a:prstGeom prst="rect">
                <a:avLst/>
              </a:prstGeom>
              <a:blipFill>
                <a:blip r:embed="rId2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32" name="TextBox 131">
            <a:extLst>
              <a:ext uri="{FF2B5EF4-FFF2-40B4-BE49-F238E27FC236}">
                <a16:creationId xmlns:a16="http://schemas.microsoft.com/office/drawing/2014/main" id="{26660893-1249-1272-37D6-B5B8625ED0A5}"/>
              </a:ext>
            </a:extLst>
          </p:cNvPr>
          <p:cNvSpPr txBox="1"/>
          <p:nvPr/>
        </p:nvSpPr>
        <p:spPr>
          <a:xfrm>
            <a:off x="7274028" y="2556007"/>
            <a:ext cx="69874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solidFill>
                  <a:srgbClr val="0070C0"/>
                </a:solidFill>
                <a:latin typeface="Georgia" panose="02040502050405020303" pitchFamily="18" charset="0"/>
              </a:rPr>
              <a:t>Event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34" name="TextBox 133">
                <a:extLst>
                  <a:ext uri="{FF2B5EF4-FFF2-40B4-BE49-F238E27FC236}">
                    <a16:creationId xmlns:a16="http://schemas.microsoft.com/office/drawing/2014/main" id="{5EA19C1B-6C14-E2FF-0ACE-D90CDFBE224B}"/>
                  </a:ext>
                </a:extLst>
              </p:cNvPr>
              <p:cNvSpPr txBox="1"/>
              <p:nvPr/>
            </p:nvSpPr>
            <p:spPr>
              <a:xfrm>
                <a:off x="7702789" y="3143647"/>
                <a:ext cx="1005655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dirty="0" smtClean="0">
                              <a:solidFill>
                                <a:srgbClr val="0070C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 dirty="0" smtClean="0">
                              <a:solidFill>
                                <a:srgbClr val="0070C0"/>
                              </a:solidFill>
                              <a:latin typeface="Cambria Math" panose="02040503050406030204" pitchFamily="18" charset="0"/>
                            </a:rPr>
                            <m:t>𝐴</m:t>
                          </m:r>
                        </m:e>
                        <m:sub>
                          <m:r>
                            <a:rPr lang="en-US" b="0" i="1" dirty="0" smtClean="0">
                              <a:solidFill>
                                <a:srgbClr val="0070C0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b="0" i="1" dirty="0" smtClean="0">
                          <a:solidFill>
                            <a:srgbClr val="0070C0"/>
                          </a:solidFill>
                          <a:latin typeface="Cambria Math" panose="02040503050406030204" pitchFamily="18" charset="0"/>
                        </a:rPr>
                        <m:t>∩</m:t>
                      </m:r>
                      <m:r>
                        <a:rPr lang="en-US" b="0" i="1" dirty="0" smtClean="0">
                          <a:solidFill>
                            <a:schemeClr val="accent2">
                              <a:lumMod val="75000"/>
                            </a:schemeClr>
                          </a:solidFill>
                          <a:latin typeface="Cambria Math" panose="02040503050406030204" pitchFamily="18" charset="0"/>
                        </a:rPr>
                        <m:t>𝐵</m:t>
                      </m:r>
                    </m:oMath>
                  </m:oMathPara>
                </a14:m>
                <a:endParaRPr lang="en-US" b="0" dirty="0">
                  <a:solidFill>
                    <a:srgbClr val="0070C0"/>
                  </a:solidFill>
                </a:endParaRPr>
              </a:p>
            </p:txBody>
          </p:sp>
        </mc:Choice>
        <mc:Fallback>
          <p:sp>
            <p:nvSpPr>
              <p:cNvPr id="134" name="TextBox 133">
                <a:extLst>
                  <a:ext uri="{FF2B5EF4-FFF2-40B4-BE49-F238E27FC236}">
                    <a16:creationId xmlns:a16="http://schemas.microsoft.com/office/drawing/2014/main" id="{5EA19C1B-6C14-E2FF-0ACE-D90CDFBE224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702789" y="3143647"/>
                <a:ext cx="1005655" cy="369332"/>
              </a:xfrm>
              <a:prstGeom prst="rect">
                <a:avLst/>
              </a:prstGeom>
              <a:blipFill>
                <a:blip r:embed="rId2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36" name="TextBox 135">
                <a:extLst>
                  <a:ext uri="{FF2B5EF4-FFF2-40B4-BE49-F238E27FC236}">
                    <a16:creationId xmlns:a16="http://schemas.microsoft.com/office/drawing/2014/main" id="{1E194E19-36CA-624D-2E02-0B967D1D1F9B}"/>
                  </a:ext>
                </a:extLst>
              </p:cNvPr>
              <p:cNvSpPr txBox="1"/>
              <p:nvPr/>
            </p:nvSpPr>
            <p:spPr>
              <a:xfrm>
                <a:off x="9280309" y="3022264"/>
                <a:ext cx="1005655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dirty="0" smtClean="0">
                              <a:solidFill>
                                <a:srgbClr val="0070C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 dirty="0" smtClean="0">
                              <a:solidFill>
                                <a:srgbClr val="0070C0"/>
                              </a:solidFill>
                              <a:latin typeface="Cambria Math" panose="02040503050406030204" pitchFamily="18" charset="0"/>
                            </a:rPr>
                            <m:t>𝐴</m:t>
                          </m:r>
                        </m:e>
                        <m:sub>
                          <m:r>
                            <a:rPr lang="en-US" b="0" i="1" dirty="0" smtClean="0">
                              <a:solidFill>
                                <a:srgbClr val="0070C0"/>
                              </a:solidFill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  <m:r>
                        <a:rPr lang="en-US" b="0" i="1" dirty="0" smtClean="0">
                          <a:solidFill>
                            <a:srgbClr val="0070C0"/>
                          </a:solidFill>
                          <a:latin typeface="Cambria Math" panose="02040503050406030204" pitchFamily="18" charset="0"/>
                        </a:rPr>
                        <m:t>∩</m:t>
                      </m:r>
                      <m:r>
                        <a:rPr lang="en-US" b="0" i="1" dirty="0" smtClean="0">
                          <a:solidFill>
                            <a:schemeClr val="accent2">
                              <a:lumMod val="75000"/>
                            </a:schemeClr>
                          </a:solidFill>
                          <a:latin typeface="Cambria Math" panose="02040503050406030204" pitchFamily="18" charset="0"/>
                        </a:rPr>
                        <m:t>𝐵</m:t>
                      </m:r>
                    </m:oMath>
                  </m:oMathPara>
                </a14:m>
                <a:endParaRPr lang="en-US" b="0" dirty="0">
                  <a:solidFill>
                    <a:srgbClr val="0070C0"/>
                  </a:solidFill>
                </a:endParaRPr>
              </a:p>
            </p:txBody>
          </p:sp>
        </mc:Choice>
        <mc:Fallback>
          <p:sp>
            <p:nvSpPr>
              <p:cNvPr id="136" name="TextBox 135">
                <a:extLst>
                  <a:ext uri="{FF2B5EF4-FFF2-40B4-BE49-F238E27FC236}">
                    <a16:creationId xmlns:a16="http://schemas.microsoft.com/office/drawing/2014/main" id="{1E194E19-36CA-624D-2E02-0B967D1D1F9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280309" y="3022264"/>
                <a:ext cx="1005655" cy="369332"/>
              </a:xfrm>
              <a:prstGeom prst="rect">
                <a:avLst/>
              </a:prstGeom>
              <a:blipFill>
                <a:blip r:embed="rId2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37" name="TextBox 136">
                <a:extLst>
                  <a:ext uri="{FF2B5EF4-FFF2-40B4-BE49-F238E27FC236}">
                    <a16:creationId xmlns:a16="http://schemas.microsoft.com/office/drawing/2014/main" id="{143B3860-E2EF-290D-1CE5-DF5B797616E9}"/>
                  </a:ext>
                </a:extLst>
              </p:cNvPr>
              <p:cNvSpPr txBox="1"/>
              <p:nvPr/>
            </p:nvSpPr>
            <p:spPr>
              <a:xfrm>
                <a:off x="8571478" y="3626744"/>
                <a:ext cx="1005655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dirty="0" smtClean="0">
                              <a:solidFill>
                                <a:srgbClr val="0070C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 dirty="0" smtClean="0">
                              <a:solidFill>
                                <a:srgbClr val="0070C0"/>
                              </a:solidFill>
                              <a:latin typeface="Cambria Math" panose="02040503050406030204" pitchFamily="18" charset="0"/>
                            </a:rPr>
                            <m:t>𝐴</m:t>
                          </m:r>
                        </m:e>
                        <m:sub>
                          <m:r>
                            <a:rPr lang="en-US" b="0" i="1" dirty="0" smtClean="0">
                              <a:solidFill>
                                <a:srgbClr val="0070C0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US" b="0" i="1" dirty="0" smtClean="0">
                          <a:solidFill>
                            <a:srgbClr val="0070C0"/>
                          </a:solidFill>
                          <a:latin typeface="Cambria Math" panose="02040503050406030204" pitchFamily="18" charset="0"/>
                        </a:rPr>
                        <m:t>∩</m:t>
                      </m:r>
                      <m:r>
                        <a:rPr lang="en-US" b="0" i="1" dirty="0" smtClean="0">
                          <a:solidFill>
                            <a:schemeClr val="accent2">
                              <a:lumMod val="75000"/>
                            </a:schemeClr>
                          </a:solidFill>
                          <a:latin typeface="Cambria Math" panose="02040503050406030204" pitchFamily="18" charset="0"/>
                        </a:rPr>
                        <m:t>𝐵</m:t>
                      </m:r>
                    </m:oMath>
                  </m:oMathPara>
                </a14:m>
                <a:endParaRPr lang="en-US" b="0" dirty="0">
                  <a:solidFill>
                    <a:srgbClr val="0070C0"/>
                  </a:solidFill>
                </a:endParaRPr>
              </a:p>
            </p:txBody>
          </p:sp>
        </mc:Choice>
        <mc:Fallback>
          <p:sp>
            <p:nvSpPr>
              <p:cNvPr id="137" name="TextBox 136">
                <a:extLst>
                  <a:ext uri="{FF2B5EF4-FFF2-40B4-BE49-F238E27FC236}">
                    <a16:creationId xmlns:a16="http://schemas.microsoft.com/office/drawing/2014/main" id="{143B3860-E2EF-290D-1CE5-DF5B797616E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571478" y="3626744"/>
                <a:ext cx="1005655" cy="369332"/>
              </a:xfrm>
              <a:prstGeom prst="rect">
                <a:avLst/>
              </a:prstGeom>
              <a:blipFill>
                <a:blip r:embed="rId2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62161335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14443</TotalTime>
  <Words>338</Words>
  <Application>Microsoft Office PowerPoint</Application>
  <PresentationFormat>와이드스크린</PresentationFormat>
  <Paragraphs>203</Paragraphs>
  <Slides>5</Slides>
  <Notes>3</Notes>
  <HiddenSlides>0</HiddenSlides>
  <MMClips>0</MMClips>
  <ScaleCrop>false</ScaleCrop>
  <HeadingPairs>
    <vt:vector size="6" baseType="variant">
      <vt:variant>
        <vt:lpstr>사용한 글꼴</vt:lpstr>
      </vt:variant>
      <vt:variant>
        <vt:i4>5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5</vt:i4>
      </vt:variant>
    </vt:vector>
  </HeadingPairs>
  <TitlesOfParts>
    <vt:vector size="11" baseType="lpstr">
      <vt:lpstr>Arial</vt:lpstr>
      <vt:lpstr>Calibri</vt:lpstr>
      <vt:lpstr>Calibri Light</vt:lpstr>
      <vt:lpstr>Cambria Math</vt:lpstr>
      <vt:lpstr>Georgia</vt:lpstr>
      <vt:lpstr>Office 테마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Seunghoon Yang</dc:creator>
  <cp:lastModifiedBy>Seunghoon Yang</cp:lastModifiedBy>
  <cp:revision>191</cp:revision>
  <dcterms:created xsi:type="dcterms:W3CDTF">2026-02-16T08:54:06Z</dcterms:created>
  <dcterms:modified xsi:type="dcterms:W3CDTF">2026-03-05T14:55:53Z</dcterms:modified>
</cp:coreProperties>
</file>