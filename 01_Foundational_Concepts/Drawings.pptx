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EB33D0-185C-4380-8DA6-9AF9060E86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360639-163A-4450-8FAE-C19D9D8590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604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space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360639-163A-4450-8FAE-C19D9D8590D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681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FADF1F-557A-13DD-0E74-7C65F573C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3C6C649-994C-F27B-C07B-69840EF436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4AD9AF-71A6-686F-4E9C-4221C4F8C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A64E3E-55CC-536A-862F-6FA87457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F97863-0F2F-FAC0-D3E7-818FF05C0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296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E2F5E1-E81D-0203-D588-418CED70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FF2139-ADA9-BE91-31A2-D3E7AAF99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D83CF0-AC9B-D055-AAB5-4B0D19D42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88C7D9-D43D-F97D-6C73-BFE676355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D7BE74-2B64-28B0-753C-0843DD55B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249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D5C4F-856E-3459-7F5D-90619FCD7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C6BF6-EA2D-1329-43CA-B94FA3939D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C0159F-2556-7E15-22D5-A2B9416AC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D8D0D2-EAC3-F08E-0790-A5CEB9D50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81986D-C496-B6BD-9F76-3B1C67441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826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FC2643-B239-6DFC-EEAE-5DEC16625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53B8FF-8CB2-AE9A-A528-E4F39E65F3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54AE29-FA3F-CAEF-8C1F-466644CA23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676615E-B053-70B4-B5A0-CAD7BBFD0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D5D0BB-44F3-7FCA-D12B-3897156E1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E63D7B1-10F0-7BBC-CB46-382398561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108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26E59B-D884-2458-D377-93C1261D7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905575-089D-ADDD-3AF0-CD6304B71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F97200-62E6-93B9-7B12-DC83E5615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2B413CB-D2C3-CA0E-CB15-83D389AAE9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06BAA8C-5456-C2E3-44DB-10ABB4045B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DE9D4F1-2632-223E-C56C-954CD9384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00AD286-779C-2147-94B0-82032AC3E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0F5A8BE-DAEC-C295-C235-00373057B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56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5FF07-A26A-F063-ED6C-C7C107F14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C3EF75E-52E0-3B15-BF88-9F4BBDF07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B5E505C-2B01-E3DB-27D3-63A611AB1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9DF020-7D43-AE1B-BE23-6C57626E2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895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6DF1088-BB88-D646-85AD-A46C6121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40830B8-254C-DB62-0A2D-56C07E7CC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B7C34F-F09F-07FC-95A9-D8F21D3BD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1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55DE28-6F19-0762-DF65-BF984C63F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A241DE-3A50-8810-F190-5017D73F8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4678C6-0D41-732F-1671-1F6CDD3EE5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9B03E2-833B-5FC4-91A6-9B647BBA4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0C990A-2021-769C-D8CA-547CC62FE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D5CFED-A7D3-3B18-2C1C-A12D7E8A7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90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D91360-294B-C6EF-6920-1F411955E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86E5DDF-5644-3EA7-0ACF-E20B2BB3A8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8108F0-7296-A284-EC2D-9D7F6D57A0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29F3A2-1091-55E5-D5C9-C451BEDC1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FEAE6-44F5-BB16-CA0B-C72855CCE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B6DC14-D8A1-2102-909F-AC9665132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287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4712F-FB3A-91E6-AD17-B3FA28588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FA6FBD1-C603-4AB0-0C12-5A7367DD5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C57985-C521-DC34-73CB-A88E6A2DB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F6CFAE-51C3-1E6B-7B92-FBA4A49A1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A8DCD0-E7C9-C5D3-2286-A6A098B3D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03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2E21920-CB21-6039-09D3-0C37DBC78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6D093A-F0DF-36A4-17C5-9CE8CAE130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AB4C8E-5270-5A8E-7509-9158BB3DE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DBF83D-7515-B7D9-2032-07560A378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2E9CD0-BB5E-E694-520B-5389AE91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29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ADA0B50-E4ED-908E-4210-03ED1AB22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6BBE74D-4581-B1DE-C404-AB0FD51D88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660A68-C154-D782-1896-BF19F62DAD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E12A1-65CB-470B-BF0A-B1C5B1B67D68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19DC5-3FB0-818F-18C7-DA80934015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9BE90D-35A1-FC38-46B6-8FD9959B7D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88486C-16C7-4F97-AAF1-71B5F4E7E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137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image" Target="../media/image18.png"/><Relationship Id="rId21" Type="http://schemas.openxmlformats.org/officeDocument/2006/relationships/image" Target="../media/image33.png"/><Relationship Id="rId7" Type="http://schemas.openxmlformats.org/officeDocument/2006/relationships/image" Target="../media/image7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image" Target="../media/image17.png"/><Relationship Id="rId16" Type="http://schemas.openxmlformats.org/officeDocument/2006/relationships/image" Target="../media/image28.gif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3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1B384B29-FBF7-DFCD-74AD-62F308025DAD}"/>
              </a:ext>
            </a:extLst>
          </p:cNvPr>
          <p:cNvCxnSpPr>
            <a:cxnSpLocks/>
          </p:cNvCxnSpPr>
          <p:nvPr/>
        </p:nvCxnSpPr>
        <p:spPr>
          <a:xfrm flipV="1">
            <a:off x="1040405" y="1238250"/>
            <a:ext cx="0" cy="178599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9C986809-1592-8E3C-9E67-E1E4BC9BE3DA}"/>
              </a:ext>
            </a:extLst>
          </p:cNvPr>
          <p:cNvCxnSpPr>
            <a:cxnSpLocks/>
          </p:cNvCxnSpPr>
          <p:nvPr/>
        </p:nvCxnSpPr>
        <p:spPr>
          <a:xfrm>
            <a:off x="807216" y="2829615"/>
            <a:ext cx="18693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F8E4037-0D92-8241-2F6D-ED6AB34479CD}"/>
              </a:ext>
            </a:extLst>
          </p:cNvPr>
          <p:cNvCxnSpPr/>
          <p:nvPr/>
        </p:nvCxnSpPr>
        <p:spPr>
          <a:xfrm>
            <a:off x="1040405" y="1562100"/>
            <a:ext cx="127417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AEC20283-E2F5-F9F1-E731-AE52BFC98381}"/>
              </a:ext>
            </a:extLst>
          </p:cNvPr>
          <p:cNvCxnSpPr>
            <a:cxnSpLocks/>
          </p:cNvCxnSpPr>
          <p:nvPr/>
        </p:nvCxnSpPr>
        <p:spPr>
          <a:xfrm>
            <a:off x="2314575" y="1562100"/>
            <a:ext cx="0" cy="12675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AE5E39-4DD7-F507-DA0C-203FBD972F83}"/>
                  </a:ext>
                </a:extLst>
              </p:cNvPr>
              <p:cNvSpPr txBox="1"/>
              <p:nvPr/>
            </p:nvSpPr>
            <p:spPr>
              <a:xfrm>
                <a:off x="2433464" y="2762250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AE5E39-4DD7-F507-DA0C-203FBD972F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464" y="2762250"/>
                <a:ext cx="476250" cy="371475"/>
              </a:xfrm>
              <a:prstGeom prst="rect">
                <a:avLst/>
              </a:prstGeom>
              <a:blipFill>
                <a:blip r:embed="rId3"/>
                <a:stretch>
                  <a:fillRect t="-9836" r="-384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F386D1-8762-3036-6E82-60D922372D88}"/>
                  </a:ext>
                </a:extLst>
              </p:cNvPr>
              <p:cNvSpPr txBox="1"/>
              <p:nvPr/>
            </p:nvSpPr>
            <p:spPr>
              <a:xfrm>
                <a:off x="692916" y="1028700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F386D1-8762-3036-6E82-60D922372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916" y="1028700"/>
                <a:ext cx="476250" cy="371475"/>
              </a:xfrm>
              <a:prstGeom prst="rect">
                <a:avLst/>
              </a:prstGeom>
              <a:blipFill>
                <a:blip r:embed="rId4"/>
                <a:stretch>
                  <a:fillRect t="-11475" r="-384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D5E94E-E0AD-C210-E75D-848E94D73863}"/>
                  </a:ext>
                </a:extLst>
              </p:cNvPr>
              <p:cNvSpPr txBox="1"/>
              <p:nvPr/>
            </p:nvSpPr>
            <p:spPr>
              <a:xfrm>
                <a:off x="654762" y="1415260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D5E94E-E0AD-C210-E75D-848E94D73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62" y="1415260"/>
                <a:ext cx="476250" cy="307777"/>
              </a:xfrm>
              <a:prstGeom prst="rect">
                <a:avLst/>
              </a:prstGeom>
              <a:blipFill>
                <a:blip r:embed="rId5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E50B2ED-61F9-700B-BA61-E2EC4F0B5E31}"/>
                  </a:ext>
                </a:extLst>
              </p:cNvPr>
              <p:cNvSpPr txBox="1"/>
              <p:nvPr/>
            </p:nvSpPr>
            <p:spPr>
              <a:xfrm>
                <a:off x="2076450" y="2829615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E50B2ED-61F9-700B-BA61-E2EC4F0B5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6450" y="2829615"/>
                <a:ext cx="476250" cy="307777"/>
              </a:xfrm>
              <a:prstGeom prst="rect">
                <a:avLst/>
              </a:prstGeom>
              <a:blipFill>
                <a:blip r:embed="rId6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87619324-69B6-0DF5-49DA-31FCDE3E8A95}"/>
              </a:ext>
            </a:extLst>
          </p:cNvPr>
          <p:cNvSpPr/>
          <p:nvPr/>
        </p:nvSpPr>
        <p:spPr>
          <a:xfrm>
            <a:off x="1050296" y="1590676"/>
            <a:ext cx="1259344" cy="12008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2B4F6C8-C60B-1976-54E8-649255C7DF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700930"/>
              </p:ext>
            </p:extLst>
          </p:nvPr>
        </p:nvGraphicFramePr>
        <p:xfrm>
          <a:off x="5848349" y="1172189"/>
          <a:ext cx="2000252" cy="198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3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278505807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920543562"/>
                    </a:ext>
                  </a:extLst>
                </a:gridCol>
              </a:tblGrid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FF0000"/>
                          </a:solidFill>
                        </a:rPr>
                        <a:t>2,3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FF0000"/>
                          </a:solidFill>
                        </a:rPr>
                        <a:t>3,2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584525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43163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01D7460-E315-A5A3-D952-A67450795472}"/>
                  </a:ext>
                </a:extLst>
              </p:cNvPr>
              <p:cNvSpPr txBox="1"/>
              <p:nvPr/>
            </p:nvSpPr>
            <p:spPr>
              <a:xfrm>
                <a:off x="6343650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01D7460-E315-A5A3-D952-A67450795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3650" y="3202328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314DBE9-55CF-608C-F650-B463663D909C}"/>
                  </a:ext>
                </a:extLst>
              </p:cNvPr>
              <p:cNvSpPr txBox="1"/>
              <p:nvPr/>
            </p:nvSpPr>
            <p:spPr>
              <a:xfrm>
                <a:off x="5843587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314DBE9-55CF-608C-F650-B463663D9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3587" y="3202328"/>
                <a:ext cx="504825" cy="307777"/>
              </a:xfrm>
              <a:prstGeom prst="rect">
                <a:avLst/>
              </a:prstGeom>
              <a:blipFill>
                <a:blip r:embed="rId8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49BF397-B719-85EC-EAF3-F4DC47BA94E1}"/>
                  </a:ext>
                </a:extLst>
              </p:cNvPr>
              <p:cNvSpPr txBox="1"/>
              <p:nvPr/>
            </p:nvSpPr>
            <p:spPr>
              <a:xfrm>
                <a:off x="6853237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49BF397-B719-85EC-EAF3-F4DC47BA94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237" y="3202328"/>
                <a:ext cx="504825" cy="307777"/>
              </a:xfrm>
              <a:prstGeom prst="rect">
                <a:avLst/>
              </a:prstGeom>
              <a:blipFill>
                <a:blip r:embed="rId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2A6CEE-CB5B-98C0-B057-AC7397A49A90}"/>
                  </a:ext>
                </a:extLst>
              </p:cNvPr>
              <p:cNvSpPr txBox="1"/>
              <p:nvPr/>
            </p:nvSpPr>
            <p:spPr>
              <a:xfrm>
                <a:off x="7346157" y="320232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2A6CEE-CB5B-98C0-B057-AC7397A49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6157" y="3202328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ED8A453-08F2-EB65-D3AC-DDB7815E8F33}"/>
                  </a:ext>
                </a:extLst>
              </p:cNvPr>
              <p:cNvSpPr txBox="1"/>
              <p:nvPr/>
            </p:nvSpPr>
            <p:spPr>
              <a:xfrm>
                <a:off x="5362747" y="2751850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ED8A453-08F2-EB65-D3AC-DDB7815E8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2751850"/>
                <a:ext cx="504825" cy="307777"/>
              </a:xfrm>
              <a:prstGeom prst="rect">
                <a:avLst/>
              </a:prstGeom>
              <a:blipFill>
                <a:blip r:embed="rId11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EBE203-7AAE-D79F-3446-B5267B83DB26}"/>
                  </a:ext>
                </a:extLst>
              </p:cNvPr>
              <p:cNvSpPr txBox="1"/>
              <p:nvPr/>
            </p:nvSpPr>
            <p:spPr>
              <a:xfrm>
                <a:off x="5362747" y="126585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EBE203-7AAE-D79F-3446-B5267B83D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1265853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943E303-8234-6507-9EBD-5426E89518AC}"/>
                  </a:ext>
                </a:extLst>
              </p:cNvPr>
              <p:cNvSpPr txBox="1"/>
              <p:nvPr/>
            </p:nvSpPr>
            <p:spPr>
              <a:xfrm>
                <a:off x="5362747" y="177169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943E303-8234-6507-9EBD-5426E8951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1771698"/>
                <a:ext cx="504825" cy="307777"/>
              </a:xfrm>
              <a:prstGeom prst="rect">
                <a:avLst/>
              </a:prstGeom>
              <a:blipFill>
                <a:blip r:embed="rId9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25BA25-DFCF-C87F-6E7F-E71A6AD7C767}"/>
                  </a:ext>
                </a:extLst>
              </p:cNvPr>
              <p:cNvSpPr txBox="1"/>
              <p:nvPr/>
            </p:nvSpPr>
            <p:spPr>
              <a:xfrm>
                <a:off x="5362747" y="2246005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25BA25-DFCF-C87F-6E7F-E71A6AD7C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747" y="2246005"/>
                <a:ext cx="504825" cy="307777"/>
              </a:xfrm>
              <a:prstGeom prst="rect">
                <a:avLst/>
              </a:prstGeom>
              <a:blipFill>
                <a:blip r:embed="rId12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47770D2-1245-B562-336A-8A0E0CF6E55B}"/>
                  </a:ext>
                </a:extLst>
              </p:cNvPr>
              <p:cNvSpPr txBox="1"/>
              <p:nvPr/>
            </p:nvSpPr>
            <p:spPr>
              <a:xfrm>
                <a:off x="6092428" y="3510105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47770D2-1245-B562-336A-8A0E0CF6E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2428" y="3510105"/>
                <a:ext cx="721519" cy="307777"/>
              </a:xfrm>
              <a:prstGeom prst="rect">
                <a:avLst/>
              </a:prstGeom>
              <a:blipFill>
                <a:blip r:embed="rId13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0CB6AECC-7738-3C77-7D72-347E3F9F54FB}"/>
              </a:ext>
            </a:extLst>
          </p:cNvPr>
          <p:cNvSpPr txBox="1"/>
          <p:nvPr/>
        </p:nvSpPr>
        <p:spPr>
          <a:xfrm>
            <a:off x="6584156" y="3510105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First roll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E782AD0-0B76-D44B-77DD-94F0A49B0F24}"/>
                  </a:ext>
                </a:extLst>
              </p:cNvPr>
              <p:cNvSpPr txBox="1"/>
              <p:nvPr/>
            </p:nvSpPr>
            <p:spPr>
              <a:xfrm>
                <a:off x="4613498" y="1911787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E782AD0-0B76-D44B-77DD-94F0A49B0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498" y="1911787"/>
                <a:ext cx="721519" cy="307777"/>
              </a:xfrm>
              <a:prstGeom prst="rect">
                <a:avLst/>
              </a:prstGeom>
              <a:blipFill>
                <a:blip r:embed="rId14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BA66D1E4-6771-430B-BA3B-6DE6C81B4C77}"/>
              </a:ext>
            </a:extLst>
          </p:cNvPr>
          <p:cNvSpPr txBox="1"/>
          <p:nvPr/>
        </p:nvSpPr>
        <p:spPr>
          <a:xfrm>
            <a:off x="4458716" y="2097346"/>
            <a:ext cx="1146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Second roll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A2ABE397-A958-EF0D-BDE3-A74B2477C012}"/>
              </a:ext>
            </a:extLst>
          </p:cNvPr>
          <p:cNvCxnSpPr>
            <a:cxnSpLocks/>
          </p:cNvCxnSpPr>
          <p:nvPr/>
        </p:nvCxnSpPr>
        <p:spPr>
          <a:xfrm flipV="1">
            <a:off x="8533392" y="1529514"/>
            <a:ext cx="845371" cy="9929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DF2BE225-13C3-D476-4F5B-212A798F8E15}"/>
              </a:ext>
            </a:extLst>
          </p:cNvPr>
          <p:cNvCxnSpPr>
            <a:cxnSpLocks/>
          </p:cNvCxnSpPr>
          <p:nvPr/>
        </p:nvCxnSpPr>
        <p:spPr>
          <a:xfrm flipV="1">
            <a:off x="8533392" y="1957245"/>
            <a:ext cx="838200" cy="56521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9B82BEED-0147-98D7-1D1E-CB943EEE3A2A}"/>
              </a:ext>
            </a:extLst>
          </p:cNvPr>
          <p:cNvCxnSpPr>
            <a:cxnSpLocks/>
          </p:cNvCxnSpPr>
          <p:nvPr/>
        </p:nvCxnSpPr>
        <p:spPr>
          <a:xfrm>
            <a:off x="8533392" y="2522461"/>
            <a:ext cx="759647" cy="42237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1A2E9D29-03D0-ED34-1F74-14868D657DE7}"/>
              </a:ext>
            </a:extLst>
          </p:cNvPr>
          <p:cNvCxnSpPr>
            <a:cxnSpLocks/>
          </p:cNvCxnSpPr>
          <p:nvPr/>
        </p:nvCxnSpPr>
        <p:spPr>
          <a:xfrm>
            <a:off x="8533392" y="2527222"/>
            <a:ext cx="879899" cy="1259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9AE17B74-FADE-90F4-64CD-74EA81B7C5C5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9371592" y="1957589"/>
            <a:ext cx="600075" cy="3254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A63D2C5F-2710-156D-C782-B0218A8C54FF}"/>
              </a:ext>
            </a:extLst>
          </p:cNvPr>
          <p:cNvSpPr txBox="1"/>
          <p:nvPr/>
        </p:nvSpPr>
        <p:spPr>
          <a:xfrm>
            <a:off x="9971667" y="2129125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>
                <a:solidFill>
                  <a:srgbClr val="FF0000"/>
                </a:solidFill>
              </a:rPr>
              <a:t>2,3</a:t>
            </a: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78161361-BBE5-CCD4-40C0-DC3D538E56EE}"/>
              </a:ext>
            </a:extLst>
          </p:cNvPr>
          <p:cNvCxnSpPr>
            <a:cxnSpLocks/>
            <a:stCxn id="99" idx="2"/>
          </p:cNvCxnSpPr>
          <p:nvPr/>
        </p:nvCxnSpPr>
        <p:spPr>
          <a:xfrm flipV="1">
            <a:off x="9300211" y="2874008"/>
            <a:ext cx="671455" cy="8695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3E7537D-6B70-88A1-D89C-7513F876BE90}"/>
              </a:ext>
            </a:extLst>
          </p:cNvPr>
          <p:cNvSpPr txBox="1"/>
          <p:nvPr/>
        </p:nvSpPr>
        <p:spPr>
          <a:xfrm>
            <a:off x="9971666" y="2764652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</a:t>
            </a:r>
            <a:r>
              <a:rPr lang="en-US" sz="1400" b="0" dirty="0">
                <a:solidFill>
                  <a:srgbClr val="FF0000"/>
                </a:solidFill>
              </a:rPr>
              <a:t>,2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E25A668-8F01-A55E-7F34-BABD80F2C86B}"/>
              </a:ext>
            </a:extLst>
          </p:cNvPr>
          <p:cNvCxnSpPr>
            <a:cxnSpLocks/>
          </p:cNvCxnSpPr>
          <p:nvPr/>
        </p:nvCxnSpPr>
        <p:spPr>
          <a:xfrm>
            <a:off x="9371591" y="1961040"/>
            <a:ext cx="600074" cy="1774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1F581376-DA1C-38AF-7B5D-A5AA55B0037E}"/>
              </a:ext>
            </a:extLst>
          </p:cNvPr>
          <p:cNvCxnSpPr>
            <a:cxnSpLocks/>
            <a:endCxn id="120" idx="1"/>
          </p:cNvCxnSpPr>
          <p:nvPr/>
        </p:nvCxnSpPr>
        <p:spPr>
          <a:xfrm flipV="1">
            <a:off x="9371591" y="1931420"/>
            <a:ext cx="600075" cy="296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099DAD6-178E-FA4D-4B61-6657090B5738}"/>
              </a:ext>
            </a:extLst>
          </p:cNvPr>
          <p:cNvCxnSpPr>
            <a:cxnSpLocks/>
            <a:stCxn id="115" idx="1"/>
          </p:cNvCxnSpPr>
          <p:nvPr/>
        </p:nvCxnSpPr>
        <p:spPr>
          <a:xfrm flipH="1" flipV="1">
            <a:off x="9378764" y="1954893"/>
            <a:ext cx="592902" cy="5086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B76B571-A23D-2A62-E426-EBC7B7DF5B0E}"/>
              </a:ext>
            </a:extLst>
          </p:cNvPr>
          <p:cNvCxnSpPr>
            <a:cxnSpLocks/>
            <a:endCxn id="127" idx="1"/>
          </p:cNvCxnSpPr>
          <p:nvPr/>
        </p:nvCxnSpPr>
        <p:spPr>
          <a:xfrm>
            <a:off x="9371590" y="1551333"/>
            <a:ext cx="600076" cy="2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8E7144A5-FE9F-90F8-A72A-EA126E5D2410}"/>
              </a:ext>
            </a:extLst>
          </p:cNvPr>
          <p:cNvCxnSpPr>
            <a:cxnSpLocks/>
            <a:endCxn id="126" idx="1"/>
          </p:cNvCxnSpPr>
          <p:nvPr/>
        </p:nvCxnSpPr>
        <p:spPr>
          <a:xfrm flipV="1">
            <a:off x="9371590" y="1384333"/>
            <a:ext cx="600076" cy="1563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BDB71BBB-98CC-7755-2556-D1FF5D752FCA}"/>
              </a:ext>
            </a:extLst>
          </p:cNvPr>
          <p:cNvCxnSpPr>
            <a:cxnSpLocks/>
            <a:endCxn id="125" idx="1"/>
          </p:cNvCxnSpPr>
          <p:nvPr/>
        </p:nvCxnSpPr>
        <p:spPr>
          <a:xfrm flipV="1">
            <a:off x="9371590" y="1204464"/>
            <a:ext cx="600076" cy="337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CE0531F5-D987-DBBB-1237-CFC5037B0B0A}"/>
              </a:ext>
            </a:extLst>
          </p:cNvPr>
          <p:cNvCxnSpPr>
            <a:cxnSpLocks/>
            <a:stCxn id="128" idx="1"/>
          </p:cNvCxnSpPr>
          <p:nvPr/>
        </p:nvCxnSpPr>
        <p:spPr>
          <a:xfrm flipH="1" flipV="1">
            <a:off x="9378763" y="1546243"/>
            <a:ext cx="592903" cy="2198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91512ED0-8F2F-8546-FDAD-05EA4EBB0A4A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9371591" y="3748703"/>
            <a:ext cx="600075" cy="114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C1520A59-24EA-8D31-0406-F6E976288CED}"/>
              </a:ext>
            </a:extLst>
          </p:cNvPr>
          <p:cNvCxnSpPr>
            <a:cxnSpLocks/>
            <a:endCxn id="108" idx="1"/>
          </p:cNvCxnSpPr>
          <p:nvPr/>
        </p:nvCxnSpPr>
        <p:spPr>
          <a:xfrm flipV="1">
            <a:off x="9371590" y="3672042"/>
            <a:ext cx="600076" cy="80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15BB5633-351B-819A-2811-EDB108F9E8AA}"/>
              </a:ext>
            </a:extLst>
          </p:cNvPr>
          <p:cNvCxnSpPr>
            <a:cxnSpLocks/>
            <a:endCxn id="107" idx="1"/>
          </p:cNvCxnSpPr>
          <p:nvPr/>
        </p:nvCxnSpPr>
        <p:spPr>
          <a:xfrm flipV="1">
            <a:off x="9371590" y="3492173"/>
            <a:ext cx="600076" cy="2599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12BCB772-7932-52AA-9B8A-F66878DB048A}"/>
              </a:ext>
            </a:extLst>
          </p:cNvPr>
          <p:cNvCxnSpPr>
            <a:cxnSpLocks/>
            <a:stCxn id="110" idx="1"/>
          </p:cNvCxnSpPr>
          <p:nvPr/>
        </p:nvCxnSpPr>
        <p:spPr>
          <a:xfrm flipH="1" flipV="1">
            <a:off x="9378763" y="3748703"/>
            <a:ext cx="592903" cy="3050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2E4CFE64-0E2D-3E91-48D5-480DC41D2AD9}"/>
              </a:ext>
            </a:extLst>
          </p:cNvPr>
          <p:cNvCxnSpPr>
            <a:cxnSpLocks/>
            <a:endCxn id="101" idx="1"/>
          </p:cNvCxnSpPr>
          <p:nvPr/>
        </p:nvCxnSpPr>
        <p:spPr>
          <a:xfrm flipV="1">
            <a:off x="9285867" y="2720956"/>
            <a:ext cx="685799" cy="2619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CED21A06-23A1-4E5E-ED34-9AE3831F17D2}"/>
              </a:ext>
            </a:extLst>
          </p:cNvPr>
          <p:cNvCxnSpPr>
            <a:cxnSpLocks/>
            <a:endCxn id="103" idx="1"/>
          </p:cNvCxnSpPr>
          <p:nvPr/>
        </p:nvCxnSpPr>
        <p:spPr>
          <a:xfrm>
            <a:off x="9285868" y="2949518"/>
            <a:ext cx="685798" cy="1522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7F2E2917-FBA6-E2C2-6C70-90A333198B13}"/>
              </a:ext>
            </a:extLst>
          </p:cNvPr>
          <p:cNvCxnSpPr>
            <a:cxnSpLocks/>
            <a:stCxn id="105" idx="1"/>
          </p:cNvCxnSpPr>
          <p:nvPr/>
        </p:nvCxnSpPr>
        <p:spPr>
          <a:xfrm flipH="1" flipV="1">
            <a:off x="9293040" y="2949518"/>
            <a:ext cx="678626" cy="3434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3849E014-90E7-7381-A555-34B1A67A9382}"/>
                  </a:ext>
                </a:extLst>
              </p:cNvPr>
              <p:cNvSpPr txBox="1"/>
              <p:nvPr/>
            </p:nvSpPr>
            <p:spPr>
              <a:xfrm>
                <a:off x="9047798" y="1288314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3849E014-90E7-7381-A555-34B1A67A9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7798" y="1288314"/>
                <a:ext cx="504825" cy="307777"/>
              </a:xfrm>
              <a:prstGeom prst="rect">
                <a:avLst/>
              </a:prstGeom>
              <a:blipFill>
                <a:blip r:embed="rId11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1B84D5F2-88A0-92AE-8800-8F2C92794F19}"/>
                  </a:ext>
                </a:extLst>
              </p:cNvPr>
              <p:cNvSpPr txBox="1"/>
              <p:nvPr/>
            </p:nvSpPr>
            <p:spPr>
              <a:xfrm>
                <a:off x="9123941" y="195491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1B84D5F2-88A0-92AE-8800-8F2C92794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3941" y="1954918"/>
                <a:ext cx="504825" cy="307777"/>
              </a:xfrm>
              <a:prstGeom prst="rect">
                <a:avLst/>
              </a:prstGeom>
              <a:blipFill>
                <a:blip r:embed="rId12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838659-642B-79FC-90C2-4AD14BF1821C}"/>
                  </a:ext>
                </a:extLst>
              </p:cNvPr>
              <p:cNvSpPr txBox="1"/>
              <p:nvPr/>
            </p:nvSpPr>
            <p:spPr>
              <a:xfrm>
                <a:off x="9047798" y="2653185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838659-642B-79FC-90C2-4AD14BF18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7798" y="2653185"/>
                <a:ext cx="504825" cy="307777"/>
              </a:xfrm>
              <a:prstGeom prst="rect">
                <a:avLst/>
              </a:prstGeom>
              <a:blipFill>
                <a:blip r:embed="rId15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0497C784-6340-00D6-F0CC-71C92E03C245}"/>
                  </a:ext>
                </a:extLst>
              </p:cNvPr>
              <p:cNvSpPr txBox="1"/>
              <p:nvPr/>
            </p:nvSpPr>
            <p:spPr>
              <a:xfrm>
                <a:off x="9160879" y="345295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0497C784-6340-00D6-F0CC-71C92E03C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879" y="3452956"/>
                <a:ext cx="504825" cy="307777"/>
              </a:xfrm>
              <a:prstGeom prst="rect">
                <a:avLst/>
              </a:prstGeom>
              <a:blipFill>
                <a:blip r:embed="rId10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0CCBB645-3D95-AE36-3A22-F88CDBA32D3D}"/>
              </a:ext>
            </a:extLst>
          </p:cNvPr>
          <p:cNvSpPr txBox="1"/>
          <p:nvPr/>
        </p:nvSpPr>
        <p:spPr>
          <a:xfrm>
            <a:off x="9971666" y="2567067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b="0" dirty="0"/>
              <a:t>,1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B3C915-B03E-2F12-7239-E5494BAD1FCD}"/>
              </a:ext>
            </a:extLst>
          </p:cNvPr>
          <p:cNvSpPr txBox="1"/>
          <p:nvPr/>
        </p:nvSpPr>
        <p:spPr>
          <a:xfrm>
            <a:off x="9971666" y="2947883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b="0" dirty="0"/>
              <a:t>,3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080C77F-1D46-F16F-AA16-ED63611C4A3E}"/>
              </a:ext>
            </a:extLst>
          </p:cNvPr>
          <p:cNvSpPr txBox="1"/>
          <p:nvPr/>
        </p:nvSpPr>
        <p:spPr>
          <a:xfrm>
            <a:off x="9971666" y="3139072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b="0" dirty="0"/>
              <a:t>,4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FDD6E09-1871-BF61-AFC4-5B9EBC62DF78}"/>
              </a:ext>
            </a:extLst>
          </p:cNvPr>
          <p:cNvSpPr txBox="1"/>
          <p:nvPr/>
        </p:nvSpPr>
        <p:spPr>
          <a:xfrm>
            <a:off x="9971666" y="3338284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4,1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3122428-B0F1-2B9B-E094-DF5950BEA408}"/>
              </a:ext>
            </a:extLst>
          </p:cNvPr>
          <p:cNvSpPr txBox="1"/>
          <p:nvPr/>
        </p:nvSpPr>
        <p:spPr>
          <a:xfrm>
            <a:off x="9971666" y="3518153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4,2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23644D2-862E-1187-1B70-8625332E3EE6}"/>
              </a:ext>
            </a:extLst>
          </p:cNvPr>
          <p:cNvSpPr txBox="1"/>
          <p:nvPr/>
        </p:nvSpPr>
        <p:spPr>
          <a:xfrm>
            <a:off x="9971666" y="3709099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4,3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1F19D17-A8D0-5042-38D8-EA32FEE413FD}"/>
              </a:ext>
            </a:extLst>
          </p:cNvPr>
          <p:cNvSpPr txBox="1"/>
          <p:nvPr/>
        </p:nvSpPr>
        <p:spPr>
          <a:xfrm>
            <a:off x="9971666" y="3899876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4,4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8635F50-CD18-F9F5-1D69-04D75C2B33A8}"/>
              </a:ext>
            </a:extLst>
          </p:cNvPr>
          <p:cNvSpPr txBox="1"/>
          <p:nvPr/>
        </p:nvSpPr>
        <p:spPr>
          <a:xfrm>
            <a:off x="9971666" y="2309624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2,4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3B5FD9F-153C-0D95-C175-934321F03E60}"/>
              </a:ext>
            </a:extLst>
          </p:cNvPr>
          <p:cNvSpPr txBox="1"/>
          <p:nvPr/>
        </p:nvSpPr>
        <p:spPr>
          <a:xfrm>
            <a:off x="9971666" y="1958602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2,2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93B4BE7-83DE-A830-6B88-09BF92E11C47}"/>
              </a:ext>
            </a:extLst>
          </p:cNvPr>
          <p:cNvSpPr txBox="1"/>
          <p:nvPr/>
        </p:nvSpPr>
        <p:spPr>
          <a:xfrm>
            <a:off x="9971666" y="1777531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/>
              <a:t>2,1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51E2CCB-C826-CCCB-1E6B-DCC19F457E64}"/>
              </a:ext>
            </a:extLst>
          </p:cNvPr>
          <p:cNvSpPr txBox="1"/>
          <p:nvPr/>
        </p:nvSpPr>
        <p:spPr>
          <a:xfrm>
            <a:off x="9971666" y="1050575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CAADA7E-A9A9-1516-D5C3-93D0396175B1}"/>
              </a:ext>
            </a:extLst>
          </p:cNvPr>
          <p:cNvSpPr txBox="1"/>
          <p:nvPr/>
        </p:nvSpPr>
        <p:spPr>
          <a:xfrm>
            <a:off x="9971666" y="1230444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,2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23888C2C-3F2E-76CE-04E8-6BB8480274FB}"/>
              </a:ext>
            </a:extLst>
          </p:cNvPr>
          <p:cNvSpPr txBox="1"/>
          <p:nvPr/>
        </p:nvSpPr>
        <p:spPr>
          <a:xfrm>
            <a:off x="9971666" y="1421390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,3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E6BA5873-C93C-1B1A-37A2-4CFEF146A421}"/>
              </a:ext>
            </a:extLst>
          </p:cNvPr>
          <p:cNvSpPr txBox="1"/>
          <p:nvPr/>
        </p:nvSpPr>
        <p:spPr>
          <a:xfrm>
            <a:off x="9971666" y="1612167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b="0" dirty="0"/>
              <a:t>,4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A3EACCBA-66AB-2038-AB17-539E990A56EE}"/>
              </a:ext>
            </a:extLst>
          </p:cNvPr>
          <p:cNvSpPr txBox="1"/>
          <p:nvPr/>
        </p:nvSpPr>
        <p:spPr>
          <a:xfrm>
            <a:off x="8611592" y="719361"/>
            <a:ext cx="226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* Sequential description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E924031A-F9DB-D94E-88B6-746D5DDAA576}"/>
              </a:ext>
            </a:extLst>
          </p:cNvPr>
          <p:cNvSpPr txBox="1"/>
          <p:nvPr/>
        </p:nvSpPr>
        <p:spPr>
          <a:xfrm>
            <a:off x="5843587" y="720923"/>
            <a:ext cx="226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* Tetrahedral die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B12A1BB-B579-8805-3E76-EBDC6BF230AA}"/>
                  </a:ext>
                </a:extLst>
              </p:cNvPr>
              <p:cNvSpPr txBox="1"/>
              <p:nvPr/>
            </p:nvSpPr>
            <p:spPr>
              <a:xfrm>
                <a:off x="1616614" y="1194783"/>
                <a:ext cx="11977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B12A1BB-B579-8805-3E76-EBDC6BF23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614" y="1194783"/>
                <a:ext cx="1197769" cy="307777"/>
              </a:xfrm>
              <a:prstGeom prst="rect">
                <a:avLst/>
              </a:prstGeom>
              <a:blipFill>
                <a:blip r:embed="rId16"/>
                <a:stretch>
                  <a:fillRect t="-6000" r="-1015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8" name="타원 147">
            <a:extLst>
              <a:ext uri="{FF2B5EF4-FFF2-40B4-BE49-F238E27FC236}">
                <a16:creationId xmlns:a16="http://schemas.microsoft.com/office/drawing/2014/main" id="{DC4F9BE3-AE71-4617-71F9-C4093586F946}"/>
              </a:ext>
            </a:extLst>
          </p:cNvPr>
          <p:cNvSpPr/>
          <p:nvPr/>
        </p:nvSpPr>
        <p:spPr>
          <a:xfrm>
            <a:off x="1981128" y="2571570"/>
            <a:ext cx="45719" cy="553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E0A01D98-627A-AA90-9508-C2DD2AE3C053}"/>
              </a:ext>
            </a:extLst>
          </p:cNvPr>
          <p:cNvCxnSpPr>
            <a:cxnSpLocks/>
            <a:endCxn id="153" idx="1"/>
          </p:cNvCxnSpPr>
          <p:nvPr/>
        </p:nvCxnSpPr>
        <p:spPr>
          <a:xfrm flipV="1">
            <a:off x="2056174" y="2506559"/>
            <a:ext cx="458756" cy="828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8C5D326-F52E-D385-8AF3-3D3AAD09A81E}"/>
                  </a:ext>
                </a:extLst>
              </p:cNvPr>
              <p:cNvSpPr txBox="1"/>
              <p:nvPr/>
            </p:nvSpPr>
            <p:spPr>
              <a:xfrm>
                <a:off x="2979153" y="2344247"/>
                <a:ext cx="5607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8C5D326-F52E-D385-8AF3-3D3AAD09A8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153" y="2344247"/>
                <a:ext cx="560732" cy="307777"/>
              </a:xfrm>
              <a:prstGeom prst="rect">
                <a:avLst/>
              </a:prstGeom>
              <a:blipFill>
                <a:blip r:embed="rId17"/>
                <a:stretch>
                  <a:fillRect t="-6000" r="-16304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TextBox 152">
            <a:extLst>
              <a:ext uri="{FF2B5EF4-FFF2-40B4-BE49-F238E27FC236}">
                <a16:creationId xmlns:a16="http://schemas.microsoft.com/office/drawing/2014/main" id="{77458409-8EF3-51A4-5335-E7DBD9F33F92}"/>
              </a:ext>
            </a:extLst>
          </p:cNvPr>
          <p:cNvSpPr txBox="1"/>
          <p:nvPr/>
        </p:nvSpPr>
        <p:spPr>
          <a:xfrm>
            <a:off x="2514930" y="2352670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point</a:t>
            </a:r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8C10A317-5003-0EDD-1AD8-9F0F7445C69A}"/>
              </a:ext>
            </a:extLst>
          </p:cNvPr>
          <p:cNvSpPr/>
          <p:nvPr/>
        </p:nvSpPr>
        <p:spPr>
          <a:xfrm>
            <a:off x="1170689" y="1668272"/>
            <a:ext cx="843612" cy="799344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0249C90-43A0-959B-7B99-46FA6F7D369B}"/>
              </a:ext>
            </a:extLst>
          </p:cNvPr>
          <p:cNvCxnSpPr>
            <a:cxnSpLocks/>
          </p:cNvCxnSpPr>
          <p:nvPr/>
        </p:nvCxnSpPr>
        <p:spPr>
          <a:xfrm flipV="1">
            <a:off x="2026259" y="1974305"/>
            <a:ext cx="645330" cy="70589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B7A44973-AFFC-0095-77FF-2A7D8AD6153B}"/>
                  </a:ext>
                </a:extLst>
              </p:cNvPr>
              <p:cNvSpPr txBox="1"/>
              <p:nvPr/>
            </p:nvSpPr>
            <p:spPr>
              <a:xfrm>
                <a:off x="3081608" y="1750969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B7A44973-AFFC-0095-77FF-2A7D8AD61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1608" y="1750969"/>
                <a:ext cx="560732" cy="369332"/>
              </a:xfrm>
              <a:prstGeom prst="rect">
                <a:avLst/>
              </a:prstGeom>
              <a:blipFill>
                <a:blip r:embed="rId18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TextBox 159">
            <a:extLst>
              <a:ext uri="{FF2B5EF4-FFF2-40B4-BE49-F238E27FC236}">
                <a16:creationId xmlns:a16="http://schemas.microsoft.com/office/drawing/2014/main" id="{5C186413-C5E2-8A6F-3860-253ABCBD9450}"/>
              </a:ext>
            </a:extLst>
          </p:cNvPr>
          <p:cNvSpPr txBox="1"/>
          <p:nvPr/>
        </p:nvSpPr>
        <p:spPr>
          <a:xfrm>
            <a:off x="2676538" y="1789202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Event</a:t>
            </a:r>
          </a:p>
        </p:txBody>
      </p:sp>
    </p:spTree>
    <p:extLst>
      <p:ext uri="{BB962C8B-B14F-4D97-AF65-F5344CB8AC3E}">
        <p14:creationId xmlns:p14="http://schemas.microsoft.com/office/powerpoint/2010/main" val="127783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27DAEFB2-D4C6-2BB4-C4B9-1F65F07CDCDC}"/>
              </a:ext>
            </a:extLst>
          </p:cNvPr>
          <p:cNvSpPr/>
          <p:nvPr/>
        </p:nvSpPr>
        <p:spPr>
          <a:xfrm>
            <a:off x="7349160" y="611103"/>
            <a:ext cx="3787442" cy="20679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3BBB6811-A31F-E88D-F87C-FFF0B4B20F85}"/>
              </a:ext>
            </a:extLst>
          </p:cNvPr>
          <p:cNvSpPr/>
          <p:nvPr/>
        </p:nvSpPr>
        <p:spPr>
          <a:xfrm>
            <a:off x="8206969" y="1338889"/>
            <a:ext cx="2441693" cy="97838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22E3354-9A9F-1CE0-8F4D-5F2B584029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569987"/>
              </p:ext>
            </p:extLst>
          </p:nvPr>
        </p:nvGraphicFramePr>
        <p:xfrm>
          <a:off x="1687829" y="737787"/>
          <a:ext cx="2000252" cy="198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63">
                  <a:extLst>
                    <a:ext uri="{9D8B030D-6E8A-4147-A177-3AD203B41FA5}">
                      <a16:colId xmlns:a16="http://schemas.microsoft.com/office/drawing/2014/main" val="2859339397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323584478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2785058071"/>
                    </a:ext>
                  </a:extLst>
                </a:gridCol>
                <a:gridCol w="500063">
                  <a:extLst>
                    <a:ext uri="{9D8B030D-6E8A-4147-A177-3AD203B41FA5}">
                      <a16:colId xmlns:a16="http://schemas.microsoft.com/office/drawing/2014/main" val="920543562"/>
                    </a:ext>
                  </a:extLst>
                </a:gridCol>
              </a:tblGrid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277642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946960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584525"/>
                  </a:ext>
                </a:extLst>
              </a:tr>
              <a:tr h="49649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4,1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43163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95EB8E-6CBC-18DD-BB49-B0BF96CD58AD}"/>
                  </a:ext>
                </a:extLst>
              </p:cNvPr>
              <p:cNvSpPr txBox="1"/>
              <p:nvPr/>
            </p:nvSpPr>
            <p:spPr>
              <a:xfrm>
                <a:off x="2183130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95EB8E-6CBC-18DD-BB49-B0BF96CD5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3130" y="2767926"/>
                <a:ext cx="504825" cy="307777"/>
              </a:xfrm>
              <a:prstGeom prst="rect">
                <a:avLst/>
              </a:prstGeom>
              <a:blipFill>
                <a:blip r:embed="rId2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75687-3690-12BE-C367-C2C1B5996F00}"/>
                  </a:ext>
                </a:extLst>
              </p:cNvPr>
              <p:cNvSpPr txBox="1"/>
              <p:nvPr/>
            </p:nvSpPr>
            <p:spPr>
              <a:xfrm>
                <a:off x="1683067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75687-3690-12BE-C367-C2C1B5996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3067" y="2767926"/>
                <a:ext cx="504825" cy="307777"/>
              </a:xfrm>
              <a:prstGeom prst="rect">
                <a:avLst/>
              </a:prstGeom>
              <a:blipFill>
                <a:blip r:embed="rId3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4201037-C1A1-002F-9AC0-15813C1ADC48}"/>
                  </a:ext>
                </a:extLst>
              </p:cNvPr>
              <p:cNvSpPr txBox="1"/>
              <p:nvPr/>
            </p:nvSpPr>
            <p:spPr>
              <a:xfrm>
                <a:off x="2692717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4201037-C1A1-002F-9AC0-15813C1AD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717" y="2767926"/>
                <a:ext cx="504825" cy="307777"/>
              </a:xfrm>
              <a:prstGeom prst="rect">
                <a:avLst/>
              </a:prstGeom>
              <a:blipFill>
                <a:blip r:embed="rId4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1B0C7B-162F-D1A5-CF0D-CBD9F9D23CF1}"/>
                  </a:ext>
                </a:extLst>
              </p:cNvPr>
              <p:cNvSpPr txBox="1"/>
              <p:nvPr/>
            </p:nvSpPr>
            <p:spPr>
              <a:xfrm>
                <a:off x="3185637" y="276792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1B0C7B-162F-D1A5-CF0D-CBD9F9D23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5637" y="2767926"/>
                <a:ext cx="504825" cy="307777"/>
              </a:xfrm>
              <a:prstGeom prst="rect">
                <a:avLst/>
              </a:prstGeom>
              <a:blipFill>
                <a:blip r:embed="rId5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F7EB76-9AC0-AEDA-96FB-0C387B721BC2}"/>
                  </a:ext>
                </a:extLst>
              </p:cNvPr>
              <p:cNvSpPr txBox="1"/>
              <p:nvPr/>
            </p:nvSpPr>
            <p:spPr>
              <a:xfrm>
                <a:off x="1202227" y="2317448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F7EB76-9AC0-AEDA-96FB-0C387B721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2317448"/>
                <a:ext cx="504825" cy="307777"/>
              </a:xfrm>
              <a:prstGeom prst="rect">
                <a:avLst/>
              </a:prstGeom>
              <a:blipFill>
                <a:blip r:embed="rId3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5E5B74B-A142-243D-EB07-C1443755B5B2}"/>
                  </a:ext>
                </a:extLst>
              </p:cNvPr>
              <p:cNvSpPr txBox="1"/>
              <p:nvPr/>
            </p:nvSpPr>
            <p:spPr>
              <a:xfrm>
                <a:off x="1202227" y="831451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5E5B74B-A142-243D-EB07-C1443755B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831451"/>
                <a:ext cx="504825" cy="307777"/>
              </a:xfrm>
              <a:prstGeom prst="rect">
                <a:avLst/>
              </a:prstGeom>
              <a:blipFill>
                <a:blip r:embed="rId6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3A8AA3-723F-5C88-1D62-DB2B8C0D4441}"/>
                  </a:ext>
                </a:extLst>
              </p:cNvPr>
              <p:cNvSpPr txBox="1"/>
              <p:nvPr/>
            </p:nvSpPr>
            <p:spPr>
              <a:xfrm>
                <a:off x="1202227" y="1337296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3A8AA3-723F-5C88-1D62-DB2B8C0D4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1337296"/>
                <a:ext cx="504825" cy="307777"/>
              </a:xfrm>
              <a:prstGeom prst="rect">
                <a:avLst/>
              </a:prstGeom>
              <a:blipFill>
                <a:blip r:embed="rId7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50200EA-6AAB-363A-5395-4F73E58935C6}"/>
                  </a:ext>
                </a:extLst>
              </p:cNvPr>
              <p:cNvSpPr txBox="1"/>
              <p:nvPr/>
            </p:nvSpPr>
            <p:spPr>
              <a:xfrm>
                <a:off x="1202227" y="1811603"/>
                <a:ext cx="5048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50200EA-6AAB-363A-5395-4F73E5893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227" y="1811603"/>
                <a:ext cx="504825" cy="307777"/>
              </a:xfrm>
              <a:prstGeom prst="rect">
                <a:avLst/>
              </a:prstGeom>
              <a:blipFill>
                <a:blip r:embed="rId2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0D92564-96C9-450A-B7D7-C0DBDA054664}"/>
                  </a:ext>
                </a:extLst>
              </p:cNvPr>
              <p:cNvSpPr txBox="1"/>
              <p:nvPr/>
            </p:nvSpPr>
            <p:spPr>
              <a:xfrm>
                <a:off x="1931908" y="3075703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0D92564-96C9-450A-B7D7-C0DBDA0546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908" y="3075703"/>
                <a:ext cx="721519" cy="307777"/>
              </a:xfrm>
              <a:prstGeom prst="rect">
                <a:avLst/>
              </a:prstGeom>
              <a:blipFill>
                <a:blip r:embed="rId8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C9245AA1-9CC6-A1EC-90B0-7BF855121B88}"/>
              </a:ext>
            </a:extLst>
          </p:cNvPr>
          <p:cNvSpPr txBox="1"/>
          <p:nvPr/>
        </p:nvSpPr>
        <p:spPr>
          <a:xfrm>
            <a:off x="2423636" y="3075703"/>
            <a:ext cx="969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First roll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22F24-F61B-D893-5030-4166427F9E64}"/>
                  </a:ext>
                </a:extLst>
              </p:cNvPr>
              <p:cNvSpPr txBox="1"/>
              <p:nvPr/>
            </p:nvSpPr>
            <p:spPr>
              <a:xfrm>
                <a:off x="452978" y="1477385"/>
                <a:ext cx="7215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22F24-F61B-D893-5030-4166427F9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78" y="1477385"/>
                <a:ext cx="721519" cy="307777"/>
              </a:xfrm>
              <a:prstGeom prst="rect">
                <a:avLst/>
              </a:prstGeom>
              <a:blipFill>
                <a:blip r:embed="rId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117802A-404E-F913-ABFC-5CF07884EB91}"/>
              </a:ext>
            </a:extLst>
          </p:cNvPr>
          <p:cNvSpPr txBox="1"/>
          <p:nvPr/>
        </p:nvSpPr>
        <p:spPr>
          <a:xfrm>
            <a:off x="298196" y="1662944"/>
            <a:ext cx="1146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Second roll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CCD260-4724-5B66-64D8-F6745552216F}"/>
              </a:ext>
            </a:extLst>
          </p:cNvPr>
          <p:cNvSpPr txBox="1"/>
          <p:nvPr/>
        </p:nvSpPr>
        <p:spPr>
          <a:xfrm>
            <a:off x="1683067" y="286521"/>
            <a:ext cx="226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* Tetrahedral die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05AAB4-B034-AE77-43C7-8E3F74D44ACD}"/>
                  </a:ext>
                </a:extLst>
              </p:cNvPr>
              <p:cNvSpPr txBox="1"/>
              <p:nvPr/>
            </p:nvSpPr>
            <p:spPr>
              <a:xfrm>
                <a:off x="3733801" y="827741"/>
                <a:ext cx="721519" cy="30777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05AAB4-B034-AE77-43C7-8E3F74D44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827741"/>
                <a:ext cx="721519" cy="307777"/>
              </a:xfrm>
              <a:prstGeom prst="rect">
                <a:avLst/>
              </a:prstGeom>
              <a:blipFill>
                <a:blip r:embed="rId10"/>
                <a:stretch>
                  <a:fillRect t="-6000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EE87CFD-5E6C-0BF3-8DC7-C9FBD570132B}"/>
                  </a:ext>
                </a:extLst>
              </p:cNvPr>
              <p:cNvSpPr txBox="1"/>
              <p:nvPr/>
            </p:nvSpPr>
            <p:spPr>
              <a:xfrm>
                <a:off x="3733801" y="1341206"/>
                <a:ext cx="721519" cy="307777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EE87CFD-5E6C-0BF3-8DC7-C9FBD5701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1341206"/>
                <a:ext cx="721519" cy="307777"/>
              </a:xfrm>
              <a:prstGeom prst="rect">
                <a:avLst/>
              </a:prstGeom>
              <a:blipFill>
                <a:blip r:embed="rId11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0619E8-74C4-D12A-A814-64C99131CCF8}"/>
                  </a:ext>
                </a:extLst>
              </p:cNvPr>
              <p:cNvSpPr txBox="1"/>
              <p:nvPr/>
            </p:nvSpPr>
            <p:spPr>
              <a:xfrm>
                <a:off x="3733801" y="1811603"/>
                <a:ext cx="721519" cy="30777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0619E8-74C4-D12A-A814-64C99131CC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1811603"/>
                <a:ext cx="721519" cy="307777"/>
              </a:xfrm>
              <a:prstGeom prst="rect">
                <a:avLst/>
              </a:prstGeom>
              <a:blipFill>
                <a:blip r:embed="rId12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41177A2-C295-7FA7-55CE-6090AE146DDE}"/>
                  </a:ext>
                </a:extLst>
              </p:cNvPr>
              <p:cNvSpPr txBox="1"/>
              <p:nvPr/>
            </p:nvSpPr>
            <p:spPr>
              <a:xfrm>
                <a:off x="3733801" y="2317448"/>
                <a:ext cx="721519" cy="30777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41177A2-C295-7FA7-55CE-6090AE146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1" y="2317448"/>
                <a:ext cx="721519" cy="307777"/>
              </a:xfrm>
              <a:prstGeom prst="rect">
                <a:avLst/>
              </a:prstGeom>
              <a:blipFill>
                <a:blip r:embed="rId13"/>
                <a:stretch>
                  <a:fillRect t="-588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타원 22">
            <a:extLst>
              <a:ext uri="{FF2B5EF4-FFF2-40B4-BE49-F238E27FC236}">
                <a16:creationId xmlns:a16="http://schemas.microsoft.com/office/drawing/2014/main" id="{CE287689-E324-254D-0DA7-4DDC9C13BD92}"/>
              </a:ext>
            </a:extLst>
          </p:cNvPr>
          <p:cNvSpPr/>
          <p:nvPr/>
        </p:nvSpPr>
        <p:spPr>
          <a:xfrm>
            <a:off x="7897651" y="2391919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2E7BFF1C-F287-FD55-5903-547D482E3403}"/>
              </a:ext>
            </a:extLst>
          </p:cNvPr>
          <p:cNvSpPr/>
          <p:nvPr/>
        </p:nvSpPr>
        <p:spPr>
          <a:xfrm>
            <a:off x="7544423" y="1672149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176BFED5-0DC3-23C2-E022-4C5D0939E7AA}"/>
              </a:ext>
            </a:extLst>
          </p:cNvPr>
          <p:cNvSpPr/>
          <p:nvPr/>
        </p:nvSpPr>
        <p:spPr>
          <a:xfrm>
            <a:off x="8098040" y="1215470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974FCFFE-A5BC-E4DC-4024-E90B523162B7}"/>
              </a:ext>
            </a:extLst>
          </p:cNvPr>
          <p:cNvSpPr/>
          <p:nvPr/>
        </p:nvSpPr>
        <p:spPr>
          <a:xfrm>
            <a:off x="9062060" y="1018618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040DFB1A-A3B1-0DDF-FF25-3616B8C44D07}"/>
              </a:ext>
            </a:extLst>
          </p:cNvPr>
          <p:cNvSpPr/>
          <p:nvPr/>
        </p:nvSpPr>
        <p:spPr>
          <a:xfrm>
            <a:off x="10408779" y="953331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E1041657-A4C6-4221-1905-1157020DE083}"/>
              </a:ext>
            </a:extLst>
          </p:cNvPr>
          <p:cNvSpPr/>
          <p:nvPr/>
        </p:nvSpPr>
        <p:spPr>
          <a:xfrm>
            <a:off x="8706672" y="1518261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3184F60-91E7-7172-568E-0B7F07FDADA4}"/>
              </a:ext>
            </a:extLst>
          </p:cNvPr>
          <p:cNvSpPr/>
          <p:nvPr/>
        </p:nvSpPr>
        <p:spPr>
          <a:xfrm>
            <a:off x="8953131" y="2043885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FD2735D-3187-0011-82FD-8EE925ED082A}"/>
              </a:ext>
            </a:extLst>
          </p:cNvPr>
          <p:cNvSpPr/>
          <p:nvPr/>
        </p:nvSpPr>
        <p:spPr>
          <a:xfrm>
            <a:off x="9730682" y="1518261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7D15E92D-7035-E4A1-AA39-0009114E512E}"/>
              </a:ext>
            </a:extLst>
          </p:cNvPr>
          <p:cNvSpPr/>
          <p:nvPr/>
        </p:nvSpPr>
        <p:spPr>
          <a:xfrm>
            <a:off x="10223666" y="1994720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FC45421A-EEE9-B44E-F288-CCF49D397ADE}"/>
              </a:ext>
            </a:extLst>
          </p:cNvPr>
          <p:cNvSpPr/>
          <p:nvPr/>
        </p:nvSpPr>
        <p:spPr>
          <a:xfrm>
            <a:off x="10823936" y="2441084"/>
            <a:ext cx="108929" cy="9833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2DCFF49-D48A-DC52-AF30-AB06871287AC}"/>
                  </a:ext>
                </a:extLst>
              </p:cNvPr>
              <p:cNvSpPr txBox="1"/>
              <p:nvPr/>
            </p:nvSpPr>
            <p:spPr>
              <a:xfrm>
                <a:off x="9376377" y="1648710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2DCFF49-D48A-DC52-AF30-AB0687128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6377" y="1648710"/>
                <a:ext cx="560732" cy="369332"/>
              </a:xfrm>
              <a:prstGeom prst="rect">
                <a:avLst/>
              </a:prstGeom>
              <a:blipFill>
                <a:blip r:embed="rId14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55C63ABD-1748-434D-9129-302846789BD2}"/>
              </a:ext>
            </a:extLst>
          </p:cNvPr>
          <p:cNvSpPr txBox="1"/>
          <p:nvPr/>
        </p:nvSpPr>
        <p:spPr>
          <a:xfrm>
            <a:off x="8971307" y="1686943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53810C-9F1F-8C24-5B69-FC5E40532725}"/>
              </a:ext>
            </a:extLst>
          </p:cNvPr>
          <p:cNvSpPr txBox="1"/>
          <p:nvPr/>
        </p:nvSpPr>
        <p:spPr>
          <a:xfrm>
            <a:off x="7346779" y="612597"/>
            <a:ext cx="1260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Sample space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5C77223-EEE2-65E1-C251-B0C4ABD0E91E}"/>
                  </a:ext>
                </a:extLst>
              </p:cNvPr>
              <p:cNvSpPr txBox="1"/>
              <p:nvPr/>
            </p:nvSpPr>
            <p:spPr>
              <a:xfrm>
                <a:off x="8551142" y="627985"/>
                <a:ext cx="23243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5C77223-EEE2-65E1-C251-B0C4ABD0E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1142" y="627985"/>
                <a:ext cx="232435" cy="307777"/>
              </a:xfrm>
              <a:prstGeom prst="rect">
                <a:avLst/>
              </a:prstGeom>
              <a:blipFill>
                <a:blip r:embed="rId15"/>
                <a:stretch>
                  <a:fillRect l="-26316" r="-2631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0E5C1392-BF21-D7DE-4CDF-A3A3BF063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1238" y="3424238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91C504C-AD5C-4318-A8A4-3A9AFF7C0E9C}"/>
              </a:ext>
            </a:extLst>
          </p:cNvPr>
          <p:cNvCxnSpPr>
            <a:cxnSpLocks/>
          </p:cNvCxnSpPr>
          <p:nvPr/>
        </p:nvCxnSpPr>
        <p:spPr>
          <a:xfrm flipV="1">
            <a:off x="4744844" y="4476996"/>
            <a:ext cx="0" cy="178599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D2A244A-6334-6B1B-B878-719DD7ACC4DB}"/>
              </a:ext>
            </a:extLst>
          </p:cNvPr>
          <p:cNvCxnSpPr>
            <a:cxnSpLocks/>
          </p:cNvCxnSpPr>
          <p:nvPr/>
        </p:nvCxnSpPr>
        <p:spPr>
          <a:xfrm>
            <a:off x="4511655" y="6068361"/>
            <a:ext cx="186930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14292AB8-5A39-FBCD-ADBB-40589CA8F6E7}"/>
              </a:ext>
            </a:extLst>
          </p:cNvPr>
          <p:cNvCxnSpPr/>
          <p:nvPr/>
        </p:nvCxnSpPr>
        <p:spPr>
          <a:xfrm>
            <a:off x="4744844" y="4800846"/>
            <a:ext cx="127417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0C41229-C3F4-F810-05F6-D12138F478CA}"/>
              </a:ext>
            </a:extLst>
          </p:cNvPr>
          <p:cNvCxnSpPr>
            <a:cxnSpLocks/>
          </p:cNvCxnSpPr>
          <p:nvPr/>
        </p:nvCxnSpPr>
        <p:spPr>
          <a:xfrm>
            <a:off x="6019014" y="4800846"/>
            <a:ext cx="0" cy="12675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B67FFF3-BBFB-BF54-2852-7CE2C589FD89}"/>
                  </a:ext>
                </a:extLst>
              </p:cNvPr>
              <p:cNvSpPr txBox="1"/>
              <p:nvPr/>
            </p:nvSpPr>
            <p:spPr>
              <a:xfrm>
                <a:off x="6137903" y="6000996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B67FFF3-BBFB-BF54-2852-7CE2C589F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903" y="6000996"/>
                <a:ext cx="476250" cy="371475"/>
              </a:xfrm>
              <a:prstGeom prst="rect">
                <a:avLst/>
              </a:prstGeom>
              <a:blipFill>
                <a:blip r:embed="rId17"/>
                <a:stretch>
                  <a:fillRect t="-9836" r="-2564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757A135-FB5F-5BCB-F479-677CCADDC527}"/>
                  </a:ext>
                </a:extLst>
              </p:cNvPr>
              <p:cNvSpPr txBox="1"/>
              <p:nvPr/>
            </p:nvSpPr>
            <p:spPr>
              <a:xfrm>
                <a:off x="4397355" y="4267446"/>
                <a:ext cx="47625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757A135-FB5F-5BCB-F479-677CCADDC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7355" y="4267446"/>
                <a:ext cx="476250" cy="371475"/>
              </a:xfrm>
              <a:prstGeom prst="rect">
                <a:avLst/>
              </a:prstGeom>
              <a:blipFill>
                <a:blip r:embed="rId18"/>
                <a:stretch>
                  <a:fillRect t="-9836" r="-512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85BAA0C-CA7C-F9E2-0513-AE5922A3DA37}"/>
                  </a:ext>
                </a:extLst>
              </p:cNvPr>
              <p:cNvSpPr txBox="1"/>
              <p:nvPr/>
            </p:nvSpPr>
            <p:spPr>
              <a:xfrm>
                <a:off x="4359201" y="4654006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85BAA0C-CA7C-F9E2-0513-AE5922A3D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201" y="4654006"/>
                <a:ext cx="476250" cy="307777"/>
              </a:xfrm>
              <a:prstGeom prst="rect">
                <a:avLst/>
              </a:prstGeom>
              <a:blipFill>
                <a:blip r:embed="rId1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0F2E0CF-4158-6E05-9266-BEA061F984F5}"/>
                  </a:ext>
                </a:extLst>
              </p:cNvPr>
              <p:cNvSpPr txBox="1"/>
              <p:nvPr/>
            </p:nvSpPr>
            <p:spPr>
              <a:xfrm>
                <a:off x="5780889" y="6068361"/>
                <a:ext cx="4762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0F2E0CF-4158-6E05-9266-BEA061F98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889" y="6068361"/>
                <a:ext cx="476250" cy="307777"/>
              </a:xfrm>
              <a:prstGeom prst="rect">
                <a:avLst/>
              </a:prstGeom>
              <a:blipFill>
                <a:blip r:embed="rId19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직사각형 47">
            <a:extLst>
              <a:ext uri="{FF2B5EF4-FFF2-40B4-BE49-F238E27FC236}">
                <a16:creationId xmlns:a16="http://schemas.microsoft.com/office/drawing/2014/main" id="{37C904CF-4B9E-071C-91D9-1653B99A0649}"/>
              </a:ext>
            </a:extLst>
          </p:cNvPr>
          <p:cNvSpPr/>
          <p:nvPr/>
        </p:nvSpPr>
        <p:spPr>
          <a:xfrm>
            <a:off x="4754735" y="4829422"/>
            <a:ext cx="1259344" cy="12008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B90A27-6EC3-6DB9-3ECF-261B84532E18}"/>
                  </a:ext>
                </a:extLst>
              </p:cNvPr>
              <p:cNvSpPr txBox="1"/>
              <p:nvPr/>
            </p:nvSpPr>
            <p:spPr>
              <a:xfrm>
                <a:off x="5321053" y="4433529"/>
                <a:ext cx="11977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04B90A27-6EC3-6DB9-3ECF-261B84532E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053" y="4433529"/>
                <a:ext cx="1197769" cy="307777"/>
              </a:xfrm>
              <a:prstGeom prst="rect">
                <a:avLst/>
              </a:prstGeom>
              <a:blipFill>
                <a:blip r:embed="rId20"/>
                <a:stretch>
                  <a:fillRect t="-3922" r="-153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4422EE9-8D84-1956-66CF-617102A38C7B}"/>
                  </a:ext>
                </a:extLst>
              </p:cNvPr>
              <p:cNvSpPr txBox="1"/>
              <p:nvPr/>
            </p:nvSpPr>
            <p:spPr>
              <a:xfrm>
                <a:off x="6786047" y="4989715"/>
                <a:ext cx="560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4422EE9-8D84-1956-66CF-617102A38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6047" y="4989715"/>
                <a:ext cx="560732" cy="369332"/>
              </a:xfrm>
              <a:prstGeom prst="rect">
                <a:avLst/>
              </a:prstGeom>
              <a:blipFill>
                <a:blip r:embed="rId21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862E3FB5-827A-8096-5FD0-8A7675D1CBB7}"/>
              </a:ext>
            </a:extLst>
          </p:cNvPr>
          <p:cNvSpPr txBox="1"/>
          <p:nvPr/>
        </p:nvSpPr>
        <p:spPr>
          <a:xfrm>
            <a:off x="6380977" y="5027948"/>
            <a:ext cx="6987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Event</a:t>
            </a:r>
          </a:p>
        </p:txBody>
      </p:sp>
      <p:sp>
        <p:nvSpPr>
          <p:cNvPr id="60" name="이등변 삼각형 59">
            <a:extLst>
              <a:ext uri="{FF2B5EF4-FFF2-40B4-BE49-F238E27FC236}">
                <a16:creationId xmlns:a16="http://schemas.microsoft.com/office/drawing/2014/main" id="{ED7CF761-DF20-DCDF-1E0A-6045194E64C6}"/>
              </a:ext>
            </a:extLst>
          </p:cNvPr>
          <p:cNvSpPr/>
          <p:nvPr/>
        </p:nvSpPr>
        <p:spPr>
          <a:xfrm>
            <a:off x="4752619" y="5423642"/>
            <a:ext cx="649453" cy="638521"/>
          </a:xfrm>
          <a:prstGeom prst="triangle">
            <a:avLst>
              <a:gd name="adj" fmla="val 44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8380F90-EC4F-1A50-C9EB-52E834E968A6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5025419" y="5181837"/>
            <a:ext cx="1355558" cy="64704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490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03E65-1696-D0E1-0357-18BB40DD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559CD62-2D6C-02F4-1E05-34B1A025A791}"/>
              </a:ext>
            </a:extLst>
          </p:cNvPr>
          <p:cNvSpPr/>
          <p:nvPr/>
        </p:nvSpPr>
        <p:spPr>
          <a:xfrm>
            <a:off x="232591" y="242048"/>
            <a:ext cx="1273479" cy="663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Real world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D348C88-F19C-D8F9-59ED-A05E04AC3637}"/>
              </a:ext>
            </a:extLst>
          </p:cNvPr>
          <p:cNvSpPr/>
          <p:nvPr/>
        </p:nvSpPr>
        <p:spPr>
          <a:xfrm>
            <a:off x="3119962" y="242048"/>
            <a:ext cx="2079812" cy="663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Probability theory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(Analysis)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F39B4C6E-02A6-3922-B1C4-C0ED3C5A776C}"/>
              </a:ext>
            </a:extLst>
          </p:cNvPr>
          <p:cNvSpPr/>
          <p:nvPr/>
        </p:nvSpPr>
        <p:spPr>
          <a:xfrm>
            <a:off x="1223803" y="1408964"/>
            <a:ext cx="2178423" cy="663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Inference / Statistics</a:t>
            </a: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4F2CD96-1F71-0D33-6BFD-558042F69F2E}"/>
              </a:ext>
            </a:extLst>
          </p:cNvPr>
          <p:cNvCxnSpPr>
            <a:cxnSpLocks/>
            <a:stCxn id="3" idx="1"/>
            <a:endCxn id="2" idx="3"/>
          </p:cNvCxnSpPr>
          <p:nvPr/>
        </p:nvCxnSpPr>
        <p:spPr>
          <a:xfrm flipH="1">
            <a:off x="1506070" y="573742"/>
            <a:ext cx="161389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FDDA2A3-76CA-40AD-537B-7005A95374B5}"/>
              </a:ext>
            </a:extLst>
          </p:cNvPr>
          <p:cNvSpPr txBox="1"/>
          <p:nvPr/>
        </p:nvSpPr>
        <p:spPr>
          <a:xfrm>
            <a:off x="1676276" y="242048"/>
            <a:ext cx="1273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latin typeface="Georgia" panose="02040502050405020303" pitchFamily="18" charset="0"/>
              </a:rPr>
              <a:t>Predictions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111A53-3F3D-C9A6-C757-8D9B1F18FA05}"/>
              </a:ext>
            </a:extLst>
          </p:cNvPr>
          <p:cNvSpPr txBox="1"/>
          <p:nvPr/>
        </p:nvSpPr>
        <p:spPr>
          <a:xfrm>
            <a:off x="1676277" y="597660"/>
            <a:ext cx="1273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latin typeface="Georgia" panose="02040502050405020303" pitchFamily="18" charset="0"/>
              </a:rPr>
              <a:t>Decisions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4B3C57BC-EB09-D481-948E-F790480B600C}"/>
              </a:ext>
            </a:extLst>
          </p:cNvPr>
          <p:cNvCxnSpPr>
            <a:cxnSpLocks/>
            <a:stCxn id="2" idx="2"/>
            <a:endCxn id="36" idx="1"/>
          </p:cNvCxnSpPr>
          <p:nvPr/>
        </p:nvCxnSpPr>
        <p:spPr>
          <a:xfrm>
            <a:off x="869331" y="905436"/>
            <a:ext cx="354472" cy="8352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13FDEB5-38E3-26E6-81A5-A37EA881F866}"/>
              </a:ext>
            </a:extLst>
          </p:cNvPr>
          <p:cNvSpPr txBox="1"/>
          <p:nvPr/>
        </p:nvSpPr>
        <p:spPr>
          <a:xfrm>
            <a:off x="232591" y="1247599"/>
            <a:ext cx="8744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latin typeface="Georgia" panose="02040502050405020303" pitchFamily="18" charset="0"/>
              </a:rPr>
              <a:t>Data</a:t>
            </a: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DDAAD6BC-4A9D-320A-9D10-D792B8C9E700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3393627" y="905436"/>
            <a:ext cx="766241" cy="818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TextBox 1024">
            <a:extLst>
              <a:ext uri="{FF2B5EF4-FFF2-40B4-BE49-F238E27FC236}">
                <a16:creationId xmlns:a16="http://schemas.microsoft.com/office/drawing/2014/main" id="{027A8129-1905-7055-2E46-A52E178C8466}"/>
              </a:ext>
            </a:extLst>
          </p:cNvPr>
          <p:cNvSpPr txBox="1"/>
          <p:nvPr/>
        </p:nvSpPr>
        <p:spPr>
          <a:xfrm>
            <a:off x="3776747" y="1274493"/>
            <a:ext cx="1273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1472614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1925</TotalTime>
  <Words>159</Words>
  <Application>Microsoft Office PowerPoint</Application>
  <PresentationFormat>와이드스크린</PresentationFormat>
  <Paragraphs>113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Georgia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Seunghoon Yang</dc:creator>
  <cp:lastModifiedBy>Seunghoon Yang</cp:lastModifiedBy>
  <cp:revision>111</cp:revision>
  <dcterms:created xsi:type="dcterms:W3CDTF">2026-02-16T08:54:06Z</dcterms:created>
  <dcterms:modified xsi:type="dcterms:W3CDTF">2026-02-17T17:00:05Z</dcterms:modified>
</cp:coreProperties>
</file>