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DA1FB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33D0-185C-4380-8DA6-9AF9060E860B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60639-163A-4450-8FAE-C19D9D859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60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space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60639-163A-4450-8FAE-C19D9D8590D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81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F265B-3E9E-CCFB-3703-8723A20F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A57D9A-0F8A-2EDA-A969-578A381722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8662B1-AFDE-57A6-572C-C65592E06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space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90BC9B-C2ED-B8B4-0DE8-C4963CC0C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60639-163A-4450-8FAE-C19D9D8590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52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01654-58DE-700F-E2AC-62D303ECE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5FE36F-808B-2503-EA59-D8F359D51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B5CC7D-5C1E-1347-B838-984271B263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space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3DC821-6C00-8263-0369-643DB1F43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60639-163A-4450-8FAE-C19D9D8590D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096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D1AFD-06E4-C4D9-543B-B4A470FF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C2A0C0-472C-7F29-54A0-A1DE763D2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A13749-16FB-4C5F-3F07-512A1B846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space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2F8BB2-9CBE-834A-647B-B11418BC38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60639-163A-4450-8FAE-C19D9D8590D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907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9121B-1631-8079-4B6B-2D28F2FB2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73AC50-F9D8-54C6-4E95-36DB84339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7E5F8A-CC48-6AD5-8308-6E45D6F94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space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926037-9667-7D84-113B-3CF1F95923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360639-163A-4450-8FAE-C19D9D8590D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34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FADF1F-557A-13DD-0E74-7C65F573C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C6C649-994C-F27B-C07B-69840EF43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4AD9AF-71A6-686F-4E9C-4221C4F8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64E3E-55CC-536A-862F-6FA874576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F97863-0F2F-FAC0-D3E7-818FF05C0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96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2F5E1-E81D-0203-D588-418CED70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FF2139-ADA9-BE91-31A2-D3E7AAF99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83CF0-AC9B-D055-AAB5-4B0D19D4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88C7D9-D43D-F97D-6C73-BFE67635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D7BE74-2B64-28B0-753C-0843DD55B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49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D5C4F-856E-3459-7F5D-90619FCD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3C6BF6-EA2D-1329-43CA-B94FA3939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0159F-2556-7E15-22D5-A2B9416A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D8D0D2-EAC3-F08E-0790-A5CEB9D50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81986D-C496-B6BD-9F76-3B1C6744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26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C2643-B239-6DFC-EEAE-5DEC1662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53B8FF-8CB2-AE9A-A528-E4F39E65F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54AE29-FA3F-CAEF-8C1F-466644CA2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76615E-B053-70B4-B5A0-CAD7BBFD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D5D0BB-44F3-7FCA-D12B-3897156E1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E63D7B1-10F0-7BBC-CB46-382398561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108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6E59B-D884-2458-D377-93C1261D7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905575-089D-ADDD-3AF0-CD6304B71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F97200-62E6-93B9-7B12-DC83E5615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B413CB-D2C3-CA0E-CB15-83D389AAE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6BAA8C-5456-C2E3-44DB-10ABB4045B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E9D4F1-2632-223E-C56C-954CD938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0AD286-779C-2147-94B0-82032AC3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0F5A8BE-DAEC-C295-C235-00373057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95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5FF07-A26A-F063-ED6C-C7C107F14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3EF75E-52E0-3B15-BF88-9F4BBDF07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5E505C-2B01-E3DB-27D3-63A611AB1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9DF020-7D43-AE1B-BE23-6C57626E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95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DF1088-BB88-D646-85AD-A46C6121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0830B8-254C-DB62-0A2D-56C07E7CC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B7C34F-F09F-07FC-95A9-D8F21D3BD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1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5DE28-6F19-0762-DF65-BF984C63F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A241DE-3A50-8810-F190-5017D73F8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54678C6-0D41-732F-1671-1F6CDD3EE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9B03E2-833B-5FC4-91A6-9B647BBA4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0C990A-2021-769C-D8CA-547CC62F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D5CFED-A7D3-3B18-2C1C-A12D7E8A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9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91360-294B-C6EF-6920-1F411955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6E5DDF-5644-3EA7-0ACF-E20B2BB3A8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8108F0-7296-A284-EC2D-9D7F6D57A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29F3A2-1091-55E5-D5C9-C451BEDC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8FEAE6-44F5-BB16-CA0B-C72855CC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B6DC14-D8A1-2102-909F-AC9665132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28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4712F-FB3A-91E6-AD17-B3FA28588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A6FBD1-C603-4AB0-0C12-5A7367DD5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C57985-C521-DC34-73CB-A88E6A2D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F6CFAE-51C3-1E6B-7B92-FBA4A49A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A8DCD0-E7C9-C5D3-2286-A6A098B3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0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E21920-CB21-6039-09D3-0C37DBC786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6D093A-F0DF-36A4-17C5-9CE8CAE130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AB4C8E-5270-5A8E-7509-9158BB3DE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DBF83D-7515-B7D9-2032-07560A378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2E9CD0-BB5E-E694-520B-5389AE91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ADA0B50-E4ED-908E-4210-03ED1AB22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BBE74D-4581-B1DE-C404-AB0FD51D8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660A68-C154-D782-1896-BF19F62DA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E12A1-65CB-470B-BF0A-B1C5B1B67D68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319DC5-3FB0-818F-18C7-DA80934015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9BE90D-35A1-FC38-46B6-8FD9959B7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8486C-16C7-4F97-AAF1-71B5F4E7EE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13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8.png"/><Relationship Id="rId21" Type="http://schemas.openxmlformats.org/officeDocument/2006/relationships/image" Target="../media/image33.png"/><Relationship Id="rId7" Type="http://schemas.openxmlformats.org/officeDocument/2006/relationships/image" Target="../media/image7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7.png"/><Relationship Id="rId16" Type="http://schemas.openxmlformats.org/officeDocument/2006/relationships/image" Target="../media/image1.gif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28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49.png"/><Relationship Id="rId21" Type="http://schemas.openxmlformats.org/officeDocument/2006/relationships/image" Target="../media/image67.png"/><Relationship Id="rId34" Type="http://schemas.openxmlformats.org/officeDocument/2006/relationships/image" Target="../media/image80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33" Type="http://schemas.openxmlformats.org/officeDocument/2006/relationships/image" Target="../media/image7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32" Type="http://schemas.openxmlformats.org/officeDocument/2006/relationships/image" Target="../media/image78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77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Relationship Id="rId8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B384B29-FBF7-DFCD-74AD-62F308025DAD}"/>
              </a:ext>
            </a:extLst>
          </p:cNvPr>
          <p:cNvCxnSpPr>
            <a:cxnSpLocks/>
          </p:cNvCxnSpPr>
          <p:nvPr/>
        </p:nvCxnSpPr>
        <p:spPr>
          <a:xfrm flipV="1">
            <a:off x="1040405" y="1238250"/>
            <a:ext cx="0" cy="17859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C986809-1592-8E3C-9E67-E1E4BC9BE3DA}"/>
              </a:ext>
            </a:extLst>
          </p:cNvPr>
          <p:cNvCxnSpPr>
            <a:cxnSpLocks/>
          </p:cNvCxnSpPr>
          <p:nvPr/>
        </p:nvCxnSpPr>
        <p:spPr>
          <a:xfrm>
            <a:off x="807216" y="2829615"/>
            <a:ext cx="18693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F8E4037-0D92-8241-2F6D-ED6AB34479CD}"/>
              </a:ext>
            </a:extLst>
          </p:cNvPr>
          <p:cNvCxnSpPr/>
          <p:nvPr/>
        </p:nvCxnSpPr>
        <p:spPr>
          <a:xfrm>
            <a:off x="1040405" y="1562100"/>
            <a:ext cx="12741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EC20283-E2F5-F9F1-E731-AE52BFC98381}"/>
              </a:ext>
            </a:extLst>
          </p:cNvPr>
          <p:cNvCxnSpPr>
            <a:cxnSpLocks/>
          </p:cNvCxnSpPr>
          <p:nvPr/>
        </p:nvCxnSpPr>
        <p:spPr>
          <a:xfrm>
            <a:off x="2314575" y="1562100"/>
            <a:ext cx="0" cy="1267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AE5E39-4DD7-F507-DA0C-203FBD972F83}"/>
                  </a:ext>
                </a:extLst>
              </p:cNvPr>
              <p:cNvSpPr txBox="1"/>
              <p:nvPr/>
            </p:nvSpPr>
            <p:spPr>
              <a:xfrm>
                <a:off x="2433464" y="2762250"/>
                <a:ext cx="476250" cy="371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2AE5E39-4DD7-F507-DA0C-203FBD972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3464" y="2762250"/>
                <a:ext cx="476250" cy="371475"/>
              </a:xfrm>
              <a:prstGeom prst="rect">
                <a:avLst/>
              </a:prstGeom>
              <a:blipFill>
                <a:blip r:embed="rId3"/>
                <a:stretch>
                  <a:fillRect t="-9836" r="-384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F386D1-8762-3036-6E82-60D922372D88}"/>
                  </a:ext>
                </a:extLst>
              </p:cNvPr>
              <p:cNvSpPr txBox="1"/>
              <p:nvPr/>
            </p:nvSpPr>
            <p:spPr>
              <a:xfrm>
                <a:off x="692916" y="1028700"/>
                <a:ext cx="476250" cy="371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9F386D1-8762-3036-6E82-60D922372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16" y="1028700"/>
                <a:ext cx="476250" cy="371475"/>
              </a:xfrm>
              <a:prstGeom prst="rect">
                <a:avLst/>
              </a:prstGeom>
              <a:blipFill>
                <a:blip r:embed="rId4"/>
                <a:stretch>
                  <a:fillRect t="-11475" r="-384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D5E94E-E0AD-C210-E75D-848E94D73863}"/>
                  </a:ext>
                </a:extLst>
              </p:cNvPr>
              <p:cNvSpPr txBox="1"/>
              <p:nvPr/>
            </p:nvSpPr>
            <p:spPr>
              <a:xfrm>
                <a:off x="654762" y="1415260"/>
                <a:ext cx="476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D5E94E-E0AD-C210-E75D-848E94D73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62" y="1415260"/>
                <a:ext cx="476250" cy="307777"/>
              </a:xfrm>
              <a:prstGeom prst="rect">
                <a:avLst/>
              </a:prstGeom>
              <a:blipFill>
                <a:blip r:embed="rId5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50B2ED-61F9-700B-BA61-E2EC4F0B5E31}"/>
                  </a:ext>
                </a:extLst>
              </p:cNvPr>
              <p:cNvSpPr txBox="1"/>
              <p:nvPr/>
            </p:nvSpPr>
            <p:spPr>
              <a:xfrm>
                <a:off x="2076450" y="2829615"/>
                <a:ext cx="476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50B2ED-61F9-700B-BA61-E2EC4F0B5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450" y="2829615"/>
                <a:ext cx="476250" cy="307777"/>
              </a:xfrm>
              <a:prstGeom prst="rect">
                <a:avLst/>
              </a:prstGeom>
              <a:blipFill>
                <a:blip r:embed="rId6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87619324-69B6-0DF5-49DA-31FCDE3E8A95}"/>
              </a:ext>
            </a:extLst>
          </p:cNvPr>
          <p:cNvSpPr/>
          <p:nvPr/>
        </p:nvSpPr>
        <p:spPr>
          <a:xfrm>
            <a:off x="1050296" y="1590676"/>
            <a:ext cx="1259344" cy="1200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2B4F6C8-C60B-1976-54E8-649255C7D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00930"/>
              </p:ext>
            </p:extLst>
          </p:nvPr>
        </p:nvGraphicFramePr>
        <p:xfrm>
          <a:off x="5848349" y="1172189"/>
          <a:ext cx="2000252" cy="198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3">
                  <a:extLst>
                    <a:ext uri="{9D8B030D-6E8A-4147-A177-3AD203B41FA5}">
                      <a16:colId xmlns:a16="http://schemas.microsoft.com/office/drawing/2014/main" val="2859339397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3235844781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785058071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920543562"/>
                    </a:ext>
                  </a:extLst>
                </a:gridCol>
              </a:tblGrid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277642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946960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84525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4316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01D7460-E315-A5A3-D952-A67450795472}"/>
                  </a:ext>
                </a:extLst>
              </p:cNvPr>
              <p:cNvSpPr txBox="1"/>
              <p:nvPr/>
            </p:nvSpPr>
            <p:spPr>
              <a:xfrm>
                <a:off x="6343650" y="3202328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01D7460-E315-A5A3-D952-A67450795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3202328"/>
                <a:ext cx="504825" cy="307777"/>
              </a:xfrm>
              <a:prstGeom prst="rect">
                <a:avLst/>
              </a:prstGeom>
              <a:blipFill>
                <a:blip r:embed="rId7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314DBE9-55CF-608C-F650-B463663D909C}"/>
                  </a:ext>
                </a:extLst>
              </p:cNvPr>
              <p:cNvSpPr txBox="1"/>
              <p:nvPr/>
            </p:nvSpPr>
            <p:spPr>
              <a:xfrm>
                <a:off x="5843587" y="3202328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314DBE9-55CF-608C-F650-B463663D9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87" y="3202328"/>
                <a:ext cx="504825" cy="307777"/>
              </a:xfrm>
              <a:prstGeom prst="rect">
                <a:avLst/>
              </a:prstGeom>
              <a:blipFill>
                <a:blip r:embed="rId8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49BF397-B719-85EC-EAF3-F4DC47BA94E1}"/>
                  </a:ext>
                </a:extLst>
              </p:cNvPr>
              <p:cNvSpPr txBox="1"/>
              <p:nvPr/>
            </p:nvSpPr>
            <p:spPr>
              <a:xfrm>
                <a:off x="6853237" y="3202328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49BF397-B719-85EC-EAF3-F4DC47BA9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237" y="3202328"/>
                <a:ext cx="504825" cy="307777"/>
              </a:xfrm>
              <a:prstGeom prst="rect">
                <a:avLst/>
              </a:prstGeom>
              <a:blipFill>
                <a:blip r:embed="rId9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2A6CEE-CB5B-98C0-B057-AC7397A49A90}"/>
                  </a:ext>
                </a:extLst>
              </p:cNvPr>
              <p:cNvSpPr txBox="1"/>
              <p:nvPr/>
            </p:nvSpPr>
            <p:spPr>
              <a:xfrm>
                <a:off x="7346157" y="3202328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2A6CEE-CB5B-98C0-B057-AC7397A49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157" y="3202328"/>
                <a:ext cx="504825" cy="307777"/>
              </a:xfrm>
              <a:prstGeom prst="rect">
                <a:avLst/>
              </a:prstGeom>
              <a:blipFill>
                <a:blip r:embed="rId10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D8A453-08F2-EB65-D3AC-DDB7815E8F33}"/>
                  </a:ext>
                </a:extLst>
              </p:cNvPr>
              <p:cNvSpPr txBox="1"/>
              <p:nvPr/>
            </p:nvSpPr>
            <p:spPr>
              <a:xfrm>
                <a:off x="5362747" y="2751850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ED8A453-08F2-EB65-D3AC-DDB7815E8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47" y="2751850"/>
                <a:ext cx="504825" cy="307777"/>
              </a:xfrm>
              <a:prstGeom prst="rect">
                <a:avLst/>
              </a:prstGeom>
              <a:blipFill>
                <a:blip r:embed="rId11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9EBE203-7AAE-D79F-3446-B5267B83DB26}"/>
                  </a:ext>
                </a:extLst>
              </p:cNvPr>
              <p:cNvSpPr txBox="1"/>
              <p:nvPr/>
            </p:nvSpPr>
            <p:spPr>
              <a:xfrm>
                <a:off x="5362747" y="126585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9EBE203-7AAE-D79F-3446-B5267B83D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47" y="1265853"/>
                <a:ext cx="504825" cy="307777"/>
              </a:xfrm>
              <a:prstGeom prst="rect">
                <a:avLst/>
              </a:prstGeom>
              <a:blipFill>
                <a:blip r:embed="rId10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43E303-8234-6507-9EBD-5426E89518AC}"/>
                  </a:ext>
                </a:extLst>
              </p:cNvPr>
              <p:cNvSpPr txBox="1"/>
              <p:nvPr/>
            </p:nvSpPr>
            <p:spPr>
              <a:xfrm>
                <a:off x="5362747" y="1771698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43E303-8234-6507-9EBD-5426E8951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47" y="1771698"/>
                <a:ext cx="504825" cy="307777"/>
              </a:xfrm>
              <a:prstGeom prst="rect">
                <a:avLst/>
              </a:prstGeom>
              <a:blipFill>
                <a:blip r:embed="rId9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825BA25-DFCF-C87F-6E7F-E71A6AD7C767}"/>
                  </a:ext>
                </a:extLst>
              </p:cNvPr>
              <p:cNvSpPr txBox="1"/>
              <p:nvPr/>
            </p:nvSpPr>
            <p:spPr>
              <a:xfrm>
                <a:off x="5362747" y="2246005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825BA25-DFCF-C87F-6E7F-E71A6AD7C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747" y="2246005"/>
                <a:ext cx="504825" cy="307777"/>
              </a:xfrm>
              <a:prstGeom prst="rect">
                <a:avLst/>
              </a:prstGeom>
              <a:blipFill>
                <a:blip r:embed="rId12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7770D2-1245-B562-336A-8A0E0CF6E55B}"/>
                  </a:ext>
                </a:extLst>
              </p:cNvPr>
              <p:cNvSpPr txBox="1"/>
              <p:nvPr/>
            </p:nvSpPr>
            <p:spPr>
              <a:xfrm>
                <a:off x="6092428" y="3510105"/>
                <a:ext cx="7215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7770D2-1245-B562-336A-8A0E0CF6E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428" y="3510105"/>
                <a:ext cx="721519" cy="307777"/>
              </a:xfrm>
              <a:prstGeom prst="rect">
                <a:avLst/>
              </a:prstGeom>
              <a:blipFill>
                <a:blip r:embed="rId13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0CB6AECC-7738-3C77-7D72-347E3F9F54FB}"/>
              </a:ext>
            </a:extLst>
          </p:cNvPr>
          <p:cNvSpPr txBox="1"/>
          <p:nvPr/>
        </p:nvSpPr>
        <p:spPr>
          <a:xfrm>
            <a:off x="6584156" y="3510105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First roll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E782AD0-0B76-D44B-77DD-94F0A49B0F24}"/>
                  </a:ext>
                </a:extLst>
              </p:cNvPr>
              <p:cNvSpPr txBox="1"/>
              <p:nvPr/>
            </p:nvSpPr>
            <p:spPr>
              <a:xfrm>
                <a:off x="4613498" y="1911787"/>
                <a:ext cx="7215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E782AD0-0B76-D44B-77DD-94F0A49B0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498" y="1911787"/>
                <a:ext cx="721519" cy="307777"/>
              </a:xfrm>
              <a:prstGeom prst="rect">
                <a:avLst/>
              </a:prstGeom>
              <a:blipFill>
                <a:blip r:embed="rId14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BA66D1E4-6771-430B-BA3B-6DE6C81B4C77}"/>
              </a:ext>
            </a:extLst>
          </p:cNvPr>
          <p:cNvSpPr txBox="1"/>
          <p:nvPr/>
        </p:nvSpPr>
        <p:spPr>
          <a:xfrm>
            <a:off x="4458716" y="2097346"/>
            <a:ext cx="114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Second roll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A2ABE397-A958-EF0D-BDE3-A74B2477C012}"/>
              </a:ext>
            </a:extLst>
          </p:cNvPr>
          <p:cNvCxnSpPr>
            <a:cxnSpLocks/>
          </p:cNvCxnSpPr>
          <p:nvPr/>
        </p:nvCxnSpPr>
        <p:spPr>
          <a:xfrm flipV="1">
            <a:off x="8533392" y="1529514"/>
            <a:ext cx="845371" cy="992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F2BE225-13C3-D476-4F5B-212A798F8E15}"/>
              </a:ext>
            </a:extLst>
          </p:cNvPr>
          <p:cNvCxnSpPr>
            <a:cxnSpLocks/>
          </p:cNvCxnSpPr>
          <p:nvPr/>
        </p:nvCxnSpPr>
        <p:spPr>
          <a:xfrm flipV="1">
            <a:off x="8533392" y="1957245"/>
            <a:ext cx="838200" cy="5652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B82BEED-0147-98D7-1D1E-CB943EEE3A2A}"/>
              </a:ext>
            </a:extLst>
          </p:cNvPr>
          <p:cNvCxnSpPr>
            <a:cxnSpLocks/>
          </p:cNvCxnSpPr>
          <p:nvPr/>
        </p:nvCxnSpPr>
        <p:spPr>
          <a:xfrm>
            <a:off x="8533392" y="2522461"/>
            <a:ext cx="759647" cy="4223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1A2E9D29-03D0-ED34-1F74-14868D657DE7}"/>
              </a:ext>
            </a:extLst>
          </p:cNvPr>
          <p:cNvCxnSpPr>
            <a:cxnSpLocks/>
          </p:cNvCxnSpPr>
          <p:nvPr/>
        </p:nvCxnSpPr>
        <p:spPr>
          <a:xfrm>
            <a:off x="8533392" y="2527222"/>
            <a:ext cx="879899" cy="12593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9AE17B74-FADE-90F4-64CD-74EA81B7C5C5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9371592" y="1957589"/>
            <a:ext cx="600075" cy="32542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63D2C5F-2710-156D-C782-B0218A8C54FF}"/>
              </a:ext>
            </a:extLst>
          </p:cNvPr>
          <p:cNvSpPr txBox="1"/>
          <p:nvPr/>
        </p:nvSpPr>
        <p:spPr>
          <a:xfrm>
            <a:off x="9971667" y="2129125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rgbClr val="FF0000"/>
                </a:solidFill>
              </a:rPr>
              <a:t>2,3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8161361-BBE5-CCD4-40C0-DC3D538E56EE}"/>
              </a:ext>
            </a:extLst>
          </p:cNvPr>
          <p:cNvCxnSpPr>
            <a:cxnSpLocks/>
            <a:stCxn id="99" idx="2"/>
          </p:cNvCxnSpPr>
          <p:nvPr/>
        </p:nvCxnSpPr>
        <p:spPr>
          <a:xfrm flipV="1">
            <a:off x="9300211" y="2874008"/>
            <a:ext cx="671455" cy="869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3E7537D-6B70-88A1-D89C-7513F876BE90}"/>
              </a:ext>
            </a:extLst>
          </p:cNvPr>
          <p:cNvSpPr txBox="1"/>
          <p:nvPr/>
        </p:nvSpPr>
        <p:spPr>
          <a:xfrm>
            <a:off x="9971666" y="2764652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3</a:t>
            </a:r>
            <a:r>
              <a:rPr lang="en-US" sz="1400" b="0" dirty="0">
                <a:solidFill>
                  <a:srgbClr val="FF0000"/>
                </a:solidFill>
              </a:rPr>
              <a:t>,2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E25A668-8F01-A55E-7F34-BABD80F2C86B}"/>
              </a:ext>
            </a:extLst>
          </p:cNvPr>
          <p:cNvCxnSpPr>
            <a:cxnSpLocks/>
          </p:cNvCxnSpPr>
          <p:nvPr/>
        </p:nvCxnSpPr>
        <p:spPr>
          <a:xfrm>
            <a:off x="9371591" y="1961040"/>
            <a:ext cx="600074" cy="1774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F581376-DA1C-38AF-7B5D-A5AA55B0037E}"/>
              </a:ext>
            </a:extLst>
          </p:cNvPr>
          <p:cNvCxnSpPr>
            <a:cxnSpLocks/>
            <a:endCxn id="120" idx="1"/>
          </p:cNvCxnSpPr>
          <p:nvPr/>
        </p:nvCxnSpPr>
        <p:spPr>
          <a:xfrm flipV="1">
            <a:off x="9371591" y="1931420"/>
            <a:ext cx="600075" cy="29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7099DAD6-178E-FA4D-4B61-6657090B5738}"/>
              </a:ext>
            </a:extLst>
          </p:cNvPr>
          <p:cNvCxnSpPr>
            <a:cxnSpLocks/>
            <a:stCxn id="115" idx="1"/>
          </p:cNvCxnSpPr>
          <p:nvPr/>
        </p:nvCxnSpPr>
        <p:spPr>
          <a:xfrm flipH="1" flipV="1">
            <a:off x="9378764" y="1954893"/>
            <a:ext cx="592902" cy="5086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B76B571-A23D-2A62-E426-EBC7B7DF5B0E}"/>
              </a:ext>
            </a:extLst>
          </p:cNvPr>
          <p:cNvCxnSpPr>
            <a:cxnSpLocks/>
            <a:endCxn id="127" idx="1"/>
          </p:cNvCxnSpPr>
          <p:nvPr/>
        </p:nvCxnSpPr>
        <p:spPr>
          <a:xfrm>
            <a:off x="9371590" y="1551333"/>
            <a:ext cx="600076" cy="239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E7144A5-FE9F-90F8-A72A-EA126E5D2410}"/>
              </a:ext>
            </a:extLst>
          </p:cNvPr>
          <p:cNvCxnSpPr>
            <a:cxnSpLocks/>
            <a:endCxn id="126" idx="1"/>
          </p:cNvCxnSpPr>
          <p:nvPr/>
        </p:nvCxnSpPr>
        <p:spPr>
          <a:xfrm flipV="1">
            <a:off x="9371590" y="1384333"/>
            <a:ext cx="600076" cy="1563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BDB71BBB-98CC-7755-2556-D1FF5D752FCA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9371590" y="1204464"/>
            <a:ext cx="600076" cy="337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CE0531F5-D987-DBBB-1237-CFC5037B0B0A}"/>
              </a:ext>
            </a:extLst>
          </p:cNvPr>
          <p:cNvCxnSpPr>
            <a:cxnSpLocks/>
            <a:stCxn id="128" idx="1"/>
          </p:cNvCxnSpPr>
          <p:nvPr/>
        </p:nvCxnSpPr>
        <p:spPr>
          <a:xfrm flipH="1" flipV="1">
            <a:off x="9378763" y="1546243"/>
            <a:ext cx="592903" cy="2198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91512ED0-8F2F-8546-FDAD-05EA4EBB0A4A}"/>
              </a:ext>
            </a:extLst>
          </p:cNvPr>
          <p:cNvCxnSpPr>
            <a:cxnSpLocks/>
            <a:endCxn id="109" idx="1"/>
          </p:cNvCxnSpPr>
          <p:nvPr/>
        </p:nvCxnSpPr>
        <p:spPr>
          <a:xfrm>
            <a:off x="9371591" y="3748703"/>
            <a:ext cx="600075" cy="114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C1520A59-24EA-8D31-0406-F6E976288CED}"/>
              </a:ext>
            </a:extLst>
          </p:cNvPr>
          <p:cNvCxnSpPr>
            <a:cxnSpLocks/>
            <a:endCxn id="108" idx="1"/>
          </p:cNvCxnSpPr>
          <p:nvPr/>
        </p:nvCxnSpPr>
        <p:spPr>
          <a:xfrm flipV="1">
            <a:off x="9371590" y="3672042"/>
            <a:ext cx="600076" cy="801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15BB5633-351B-819A-2811-EDB108F9E8AA}"/>
              </a:ext>
            </a:extLst>
          </p:cNvPr>
          <p:cNvCxnSpPr>
            <a:cxnSpLocks/>
            <a:endCxn id="107" idx="1"/>
          </p:cNvCxnSpPr>
          <p:nvPr/>
        </p:nvCxnSpPr>
        <p:spPr>
          <a:xfrm flipV="1">
            <a:off x="9371590" y="3492173"/>
            <a:ext cx="600076" cy="2599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12BCB772-7932-52AA-9B8A-F66878DB048A}"/>
              </a:ext>
            </a:extLst>
          </p:cNvPr>
          <p:cNvCxnSpPr>
            <a:cxnSpLocks/>
            <a:stCxn id="110" idx="1"/>
          </p:cNvCxnSpPr>
          <p:nvPr/>
        </p:nvCxnSpPr>
        <p:spPr>
          <a:xfrm flipH="1" flipV="1">
            <a:off x="9378763" y="3748703"/>
            <a:ext cx="592903" cy="305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2E4CFE64-0E2D-3E91-48D5-480DC41D2AD9}"/>
              </a:ext>
            </a:extLst>
          </p:cNvPr>
          <p:cNvCxnSpPr>
            <a:cxnSpLocks/>
            <a:endCxn id="101" idx="1"/>
          </p:cNvCxnSpPr>
          <p:nvPr/>
        </p:nvCxnSpPr>
        <p:spPr>
          <a:xfrm flipV="1">
            <a:off x="9285867" y="2720956"/>
            <a:ext cx="685799" cy="261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CED21A06-23A1-4E5E-ED34-9AE3831F17D2}"/>
              </a:ext>
            </a:extLst>
          </p:cNvPr>
          <p:cNvCxnSpPr>
            <a:cxnSpLocks/>
            <a:endCxn id="103" idx="1"/>
          </p:cNvCxnSpPr>
          <p:nvPr/>
        </p:nvCxnSpPr>
        <p:spPr>
          <a:xfrm>
            <a:off x="9285868" y="2949518"/>
            <a:ext cx="685798" cy="152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F2E2917-FBA6-E2C2-6C70-90A333198B13}"/>
              </a:ext>
            </a:extLst>
          </p:cNvPr>
          <p:cNvCxnSpPr>
            <a:cxnSpLocks/>
            <a:stCxn id="105" idx="1"/>
          </p:cNvCxnSpPr>
          <p:nvPr/>
        </p:nvCxnSpPr>
        <p:spPr>
          <a:xfrm flipH="1" flipV="1">
            <a:off x="9293040" y="2949518"/>
            <a:ext cx="678626" cy="343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849E014-90E7-7381-A555-34B1A67A9382}"/>
                  </a:ext>
                </a:extLst>
              </p:cNvPr>
              <p:cNvSpPr txBox="1"/>
              <p:nvPr/>
            </p:nvSpPr>
            <p:spPr>
              <a:xfrm>
                <a:off x="9047798" y="1288314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849E014-90E7-7381-A555-34B1A67A9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7798" y="1288314"/>
                <a:ext cx="504825" cy="307777"/>
              </a:xfrm>
              <a:prstGeom prst="rect">
                <a:avLst/>
              </a:prstGeom>
              <a:blipFill>
                <a:blip r:embed="rId11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B84D5F2-88A0-92AE-8800-8F2C92794F19}"/>
                  </a:ext>
                </a:extLst>
              </p:cNvPr>
              <p:cNvSpPr txBox="1"/>
              <p:nvPr/>
            </p:nvSpPr>
            <p:spPr>
              <a:xfrm>
                <a:off x="9123941" y="1954918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1B84D5F2-88A0-92AE-8800-8F2C92794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941" y="1954918"/>
                <a:ext cx="504825" cy="307777"/>
              </a:xfrm>
              <a:prstGeom prst="rect">
                <a:avLst/>
              </a:prstGeom>
              <a:blipFill>
                <a:blip r:embed="rId12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838659-642B-79FC-90C2-4AD14BF1821C}"/>
                  </a:ext>
                </a:extLst>
              </p:cNvPr>
              <p:cNvSpPr txBox="1"/>
              <p:nvPr/>
            </p:nvSpPr>
            <p:spPr>
              <a:xfrm>
                <a:off x="9047798" y="2653185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838659-642B-79FC-90C2-4AD14BF18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7798" y="2653185"/>
                <a:ext cx="504825" cy="307777"/>
              </a:xfrm>
              <a:prstGeom prst="rect">
                <a:avLst/>
              </a:prstGeom>
              <a:blipFill>
                <a:blip r:embed="rId15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497C784-6340-00D6-F0CC-71C92E03C245}"/>
                  </a:ext>
                </a:extLst>
              </p:cNvPr>
              <p:cNvSpPr txBox="1"/>
              <p:nvPr/>
            </p:nvSpPr>
            <p:spPr>
              <a:xfrm>
                <a:off x="9160879" y="3452956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497C784-6340-00D6-F0CC-71C92E03C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879" y="3452956"/>
                <a:ext cx="504825" cy="307777"/>
              </a:xfrm>
              <a:prstGeom prst="rect">
                <a:avLst/>
              </a:prstGeom>
              <a:blipFill>
                <a:blip r:embed="rId10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TextBox 100">
            <a:extLst>
              <a:ext uri="{FF2B5EF4-FFF2-40B4-BE49-F238E27FC236}">
                <a16:creationId xmlns:a16="http://schemas.microsoft.com/office/drawing/2014/main" id="{0CCBB645-3D95-AE36-3A22-F88CDBA32D3D}"/>
              </a:ext>
            </a:extLst>
          </p:cNvPr>
          <p:cNvSpPr txBox="1"/>
          <p:nvPr/>
        </p:nvSpPr>
        <p:spPr>
          <a:xfrm>
            <a:off x="9971666" y="2567067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  <a:r>
              <a:rPr lang="en-US" sz="1400" b="0" dirty="0"/>
              <a:t>,1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5B3C915-B03E-2F12-7239-E5494BAD1FCD}"/>
              </a:ext>
            </a:extLst>
          </p:cNvPr>
          <p:cNvSpPr txBox="1"/>
          <p:nvPr/>
        </p:nvSpPr>
        <p:spPr>
          <a:xfrm>
            <a:off x="9971666" y="2947883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  <a:r>
              <a:rPr lang="en-US" sz="1400" b="0" dirty="0"/>
              <a:t>,3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080C77F-1D46-F16F-AA16-ED63611C4A3E}"/>
              </a:ext>
            </a:extLst>
          </p:cNvPr>
          <p:cNvSpPr txBox="1"/>
          <p:nvPr/>
        </p:nvSpPr>
        <p:spPr>
          <a:xfrm>
            <a:off x="9971666" y="3139072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</a:t>
            </a:r>
            <a:r>
              <a:rPr lang="en-US" sz="1400" b="0" dirty="0"/>
              <a:t>,4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FDD6E09-1871-BF61-AFC4-5B9EBC62DF78}"/>
              </a:ext>
            </a:extLst>
          </p:cNvPr>
          <p:cNvSpPr txBox="1"/>
          <p:nvPr/>
        </p:nvSpPr>
        <p:spPr>
          <a:xfrm>
            <a:off x="9971666" y="3338284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4,1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3122428-B0F1-2B9B-E094-DF5950BEA408}"/>
              </a:ext>
            </a:extLst>
          </p:cNvPr>
          <p:cNvSpPr txBox="1"/>
          <p:nvPr/>
        </p:nvSpPr>
        <p:spPr>
          <a:xfrm>
            <a:off x="9971666" y="3518153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4,2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23644D2-862E-1187-1B70-8625332E3EE6}"/>
              </a:ext>
            </a:extLst>
          </p:cNvPr>
          <p:cNvSpPr txBox="1"/>
          <p:nvPr/>
        </p:nvSpPr>
        <p:spPr>
          <a:xfrm>
            <a:off x="9971666" y="3709099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4,3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1F19D17-A8D0-5042-38D8-EA32FEE413FD}"/>
              </a:ext>
            </a:extLst>
          </p:cNvPr>
          <p:cNvSpPr txBox="1"/>
          <p:nvPr/>
        </p:nvSpPr>
        <p:spPr>
          <a:xfrm>
            <a:off x="9971666" y="3899876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4,4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8635F50-CD18-F9F5-1D69-04D75C2B33A8}"/>
              </a:ext>
            </a:extLst>
          </p:cNvPr>
          <p:cNvSpPr txBox="1"/>
          <p:nvPr/>
        </p:nvSpPr>
        <p:spPr>
          <a:xfrm>
            <a:off x="9971666" y="2309624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2,4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3B5FD9F-153C-0D95-C175-934321F03E60}"/>
              </a:ext>
            </a:extLst>
          </p:cNvPr>
          <p:cNvSpPr txBox="1"/>
          <p:nvPr/>
        </p:nvSpPr>
        <p:spPr>
          <a:xfrm>
            <a:off x="9971666" y="1958602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2,2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93B4BE7-83DE-A830-6B88-09BF92E11C47}"/>
              </a:ext>
            </a:extLst>
          </p:cNvPr>
          <p:cNvSpPr txBox="1"/>
          <p:nvPr/>
        </p:nvSpPr>
        <p:spPr>
          <a:xfrm>
            <a:off x="9971666" y="1777531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/>
              <a:t>2,1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51E2CCB-C826-CCCB-1E6B-DCC19F457E64}"/>
              </a:ext>
            </a:extLst>
          </p:cNvPr>
          <p:cNvSpPr txBox="1"/>
          <p:nvPr/>
        </p:nvSpPr>
        <p:spPr>
          <a:xfrm>
            <a:off x="9971666" y="1050575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b="0" dirty="0"/>
              <a:t>,1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9CAADA7E-A9A9-1516-D5C3-93D0396175B1}"/>
              </a:ext>
            </a:extLst>
          </p:cNvPr>
          <p:cNvSpPr txBox="1"/>
          <p:nvPr/>
        </p:nvSpPr>
        <p:spPr>
          <a:xfrm>
            <a:off x="9971666" y="1230444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b="0" dirty="0"/>
              <a:t>,2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3888C2C-3F2E-76CE-04E8-6BB8480274FB}"/>
              </a:ext>
            </a:extLst>
          </p:cNvPr>
          <p:cNvSpPr txBox="1"/>
          <p:nvPr/>
        </p:nvSpPr>
        <p:spPr>
          <a:xfrm>
            <a:off x="9971666" y="1421390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b="0" dirty="0"/>
              <a:t>,3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6BA5873-C93C-1B1A-37A2-4CFEF146A421}"/>
              </a:ext>
            </a:extLst>
          </p:cNvPr>
          <p:cNvSpPr txBox="1"/>
          <p:nvPr/>
        </p:nvSpPr>
        <p:spPr>
          <a:xfrm>
            <a:off x="9971666" y="1612167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</a:t>
            </a:r>
            <a:r>
              <a:rPr lang="en-US" sz="1400" b="0" dirty="0"/>
              <a:t>,4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3EACCBA-66AB-2038-AB17-539E990A56EE}"/>
              </a:ext>
            </a:extLst>
          </p:cNvPr>
          <p:cNvSpPr txBox="1"/>
          <p:nvPr/>
        </p:nvSpPr>
        <p:spPr>
          <a:xfrm>
            <a:off x="8611592" y="719361"/>
            <a:ext cx="226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* Sequential description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E924031A-F9DB-D94E-88B6-746D5DDAA576}"/>
              </a:ext>
            </a:extLst>
          </p:cNvPr>
          <p:cNvSpPr txBox="1"/>
          <p:nvPr/>
        </p:nvSpPr>
        <p:spPr>
          <a:xfrm>
            <a:off x="5843587" y="720923"/>
            <a:ext cx="226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* Tetrahedral die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B12A1BB-B579-8805-3E76-EBDC6BF230AA}"/>
                  </a:ext>
                </a:extLst>
              </p:cNvPr>
              <p:cNvSpPr txBox="1"/>
              <p:nvPr/>
            </p:nvSpPr>
            <p:spPr>
              <a:xfrm>
                <a:off x="1616614" y="1194783"/>
                <a:ext cx="11977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B12A1BB-B579-8805-3E76-EBDC6BF23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614" y="1194783"/>
                <a:ext cx="1197769" cy="307777"/>
              </a:xfrm>
              <a:prstGeom prst="rect">
                <a:avLst/>
              </a:prstGeom>
              <a:blipFill>
                <a:blip r:embed="rId16"/>
                <a:stretch>
                  <a:fillRect t="-6000" r="-1015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타원 147">
            <a:extLst>
              <a:ext uri="{FF2B5EF4-FFF2-40B4-BE49-F238E27FC236}">
                <a16:creationId xmlns:a16="http://schemas.microsoft.com/office/drawing/2014/main" id="{DC4F9BE3-AE71-4617-71F9-C4093586F946}"/>
              </a:ext>
            </a:extLst>
          </p:cNvPr>
          <p:cNvSpPr/>
          <p:nvPr/>
        </p:nvSpPr>
        <p:spPr>
          <a:xfrm>
            <a:off x="1981128" y="2571570"/>
            <a:ext cx="45719" cy="55356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E0A01D98-627A-AA90-9508-C2DD2AE3C053}"/>
              </a:ext>
            </a:extLst>
          </p:cNvPr>
          <p:cNvCxnSpPr>
            <a:cxnSpLocks/>
            <a:endCxn id="153" idx="1"/>
          </p:cNvCxnSpPr>
          <p:nvPr/>
        </p:nvCxnSpPr>
        <p:spPr>
          <a:xfrm flipV="1">
            <a:off x="2056174" y="2506559"/>
            <a:ext cx="458756" cy="828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8C5D326-F52E-D385-8AF3-3D3AAD09A81E}"/>
                  </a:ext>
                </a:extLst>
              </p:cNvPr>
              <p:cNvSpPr txBox="1"/>
              <p:nvPr/>
            </p:nvSpPr>
            <p:spPr>
              <a:xfrm>
                <a:off x="2979153" y="2344247"/>
                <a:ext cx="5607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98C5D326-F52E-D385-8AF3-3D3AAD09A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9153" y="2344247"/>
                <a:ext cx="560732" cy="307777"/>
              </a:xfrm>
              <a:prstGeom prst="rect">
                <a:avLst/>
              </a:prstGeom>
              <a:blipFill>
                <a:blip r:embed="rId17"/>
                <a:stretch>
                  <a:fillRect t="-6000" r="-16304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77458409-8EF3-51A4-5335-E7DBD9F33F92}"/>
              </a:ext>
            </a:extLst>
          </p:cNvPr>
          <p:cNvSpPr txBox="1"/>
          <p:nvPr/>
        </p:nvSpPr>
        <p:spPr>
          <a:xfrm>
            <a:off x="2514930" y="2352670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point</a:t>
            </a:r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8C10A317-5003-0EDD-1AD8-9F0F7445C69A}"/>
              </a:ext>
            </a:extLst>
          </p:cNvPr>
          <p:cNvSpPr/>
          <p:nvPr/>
        </p:nvSpPr>
        <p:spPr>
          <a:xfrm>
            <a:off x="1170689" y="1668272"/>
            <a:ext cx="843612" cy="799344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6" name="직선 화살표 연결선 155">
            <a:extLst>
              <a:ext uri="{FF2B5EF4-FFF2-40B4-BE49-F238E27FC236}">
                <a16:creationId xmlns:a16="http://schemas.microsoft.com/office/drawing/2014/main" id="{00249C90-43A0-959B-7B99-46FA6F7D369B}"/>
              </a:ext>
            </a:extLst>
          </p:cNvPr>
          <p:cNvCxnSpPr>
            <a:cxnSpLocks/>
          </p:cNvCxnSpPr>
          <p:nvPr/>
        </p:nvCxnSpPr>
        <p:spPr>
          <a:xfrm flipV="1">
            <a:off x="2026259" y="1974305"/>
            <a:ext cx="645330" cy="70589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7A44973-AFFC-0095-77FF-2A7D8AD6153B}"/>
                  </a:ext>
                </a:extLst>
              </p:cNvPr>
              <p:cNvSpPr txBox="1"/>
              <p:nvPr/>
            </p:nvSpPr>
            <p:spPr>
              <a:xfrm>
                <a:off x="3081608" y="1750969"/>
                <a:ext cx="560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B7A44973-AFFC-0095-77FF-2A7D8AD61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608" y="1750969"/>
                <a:ext cx="560732" cy="369332"/>
              </a:xfrm>
              <a:prstGeom prst="rect">
                <a:avLst/>
              </a:prstGeom>
              <a:blipFill>
                <a:blip r:embed="rId18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0" name="TextBox 159">
            <a:extLst>
              <a:ext uri="{FF2B5EF4-FFF2-40B4-BE49-F238E27FC236}">
                <a16:creationId xmlns:a16="http://schemas.microsoft.com/office/drawing/2014/main" id="{5C186413-C5E2-8A6F-3860-253ABCBD9450}"/>
              </a:ext>
            </a:extLst>
          </p:cNvPr>
          <p:cNvSpPr txBox="1"/>
          <p:nvPr/>
        </p:nvSpPr>
        <p:spPr>
          <a:xfrm>
            <a:off x="2676538" y="1789202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12778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DAEFB2-D4C6-2BB4-C4B9-1F65F07CDCDC}"/>
              </a:ext>
            </a:extLst>
          </p:cNvPr>
          <p:cNvSpPr/>
          <p:nvPr/>
        </p:nvSpPr>
        <p:spPr>
          <a:xfrm>
            <a:off x="7349160" y="611103"/>
            <a:ext cx="3787442" cy="20679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BBB6811-A31F-E88D-F87C-FFF0B4B20F85}"/>
              </a:ext>
            </a:extLst>
          </p:cNvPr>
          <p:cNvSpPr/>
          <p:nvPr/>
        </p:nvSpPr>
        <p:spPr>
          <a:xfrm>
            <a:off x="8206969" y="1338889"/>
            <a:ext cx="2441693" cy="97838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22E3354-9A9F-1CE0-8F4D-5F2B58402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569987"/>
              </p:ext>
            </p:extLst>
          </p:nvPr>
        </p:nvGraphicFramePr>
        <p:xfrm>
          <a:off x="1687829" y="737787"/>
          <a:ext cx="2000252" cy="198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3">
                  <a:extLst>
                    <a:ext uri="{9D8B030D-6E8A-4147-A177-3AD203B41FA5}">
                      <a16:colId xmlns:a16="http://schemas.microsoft.com/office/drawing/2014/main" val="2859339397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3235844781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785058071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920543562"/>
                    </a:ext>
                  </a:extLst>
                </a:gridCol>
              </a:tblGrid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277642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946960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84525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4316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95EB8E-6CBC-18DD-BB49-B0BF96CD58AD}"/>
                  </a:ext>
                </a:extLst>
              </p:cNvPr>
              <p:cNvSpPr txBox="1"/>
              <p:nvPr/>
            </p:nvSpPr>
            <p:spPr>
              <a:xfrm>
                <a:off x="2183130" y="2767926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95EB8E-6CBC-18DD-BB49-B0BF96CD5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130" y="2767926"/>
                <a:ext cx="504825" cy="307777"/>
              </a:xfrm>
              <a:prstGeom prst="rect">
                <a:avLst/>
              </a:prstGeom>
              <a:blipFill>
                <a:blip r:embed="rId2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475687-3690-12BE-C367-C2C1B5996F00}"/>
                  </a:ext>
                </a:extLst>
              </p:cNvPr>
              <p:cNvSpPr txBox="1"/>
              <p:nvPr/>
            </p:nvSpPr>
            <p:spPr>
              <a:xfrm>
                <a:off x="1683067" y="2767926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F475687-3690-12BE-C367-C2C1B5996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067" y="2767926"/>
                <a:ext cx="504825" cy="307777"/>
              </a:xfrm>
              <a:prstGeom prst="rect">
                <a:avLst/>
              </a:prstGeom>
              <a:blipFill>
                <a:blip r:embed="rId3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201037-C1A1-002F-9AC0-15813C1ADC48}"/>
                  </a:ext>
                </a:extLst>
              </p:cNvPr>
              <p:cNvSpPr txBox="1"/>
              <p:nvPr/>
            </p:nvSpPr>
            <p:spPr>
              <a:xfrm>
                <a:off x="2692717" y="2767926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201037-C1A1-002F-9AC0-15813C1ADC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717" y="2767926"/>
                <a:ext cx="504825" cy="307777"/>
              </a:xfrm>
              <a:prstGeom prst="rect">
                <a:avLst/>
              </a:prstGeom>
              <a:blipFill>
                <a:blip r:embed="rId4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1B0C7B-162F-D1A5-CF0D-CBD9F9D23CF1}"/>
                  </a:ext>
                </a:extLst>
              </p:cNvPr>
              <p:cNvSpPr txBox="1"/>
              <p:nvPr/>
            </p:nvSpPr>
            <p:spPr>
              <a:xfrm>
                <a:off x="3185637" y="2767926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81B0C7B-162F-D1A5-CF0D-CBD9F9D23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637" y="2767926"/>
                <a:ext cx="504825" cy="307777"/>
              </a:xfrm>
              <a:prstGeom prst="rect">
                <a:avLst/>
              </a:prstGeom>
              <a:blipFill>
                <a:blip r:embed="rId5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F7EB76-9AC0-AEDA-96FB-0C387B721BC2}"/>
                  </a:ext>
                </a:extLst>
              </p:cNvPr>
              <p:cNvSpPr txBox="1"/>
              <p:nvPr/>
            </p:nvSpPr>
            <p:spPr>
              <a:xfrm>
                <a:off x="1202227" y="2317448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F7EB76-9AC0-AEDA-96FB-0C387B721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227" y="2317448"/>
                <a:ext cx="504825" cy="307777"/>
              </a:xfrm>
              <a:prstGeom prst="rect">
                <a:avLst/>
              </a:prstGeom>
              <a:blipFill>
                <a:blip r:embed="rId3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E5B74B-A142-243D-EB07-C1443755B5B2}"/>
                  </a:ext>
                </a:extLst>
              </p:cNvPr>
              <p:cNvSpPr txBox="1"/>
              <p:nvPr/>
            </p:nvSpPr>
            <p:spPr>
              <a:xfrm>
                <a:off x="1202227" y="831451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E5B74B-A142-243D-EB07-C1443755B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227" y="831451"/>
                <a:ext cx="504825" cy="307777"/>
              </a:xfrm>
              <a:prstGeom prst="rect">
                <a:avLst/>
              </a:prstGeom>
              <a:blipFill>
                <a:blip r:embed="rId6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3A8AA3-723F-5C88-1D62-DB2B8C0D4441}"/>
                  </a:ext>
                </a:extLst>
              </p:cNvPr>
              <p:cNvSpPr txBox="1"/>
              <p:nvPr/>
            </p:nvSpPr>
            <p:spPr>
              <a:xfrm>
                <a:off x="1202227" y="1337296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3A8AA3-723F-5C88-1D62-DB2B8C0D4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227" y="1337296"/>
                <a:ext cx="504825" cy="307777"/>
              </a:xfrm>
              <a:prstGeom prst="rect">
                <a:avLst/>
              </a:prstGeom>
              <a:blipFill>
                <a:blip r:embed="rId7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0200EA-6AAB-363A-5395-4F73E58935C6}"/>
                  </a:ext>
                </a:extLst>
              </p:cNvPr>
              <p:cNvSpPr txBox="1"/>
              <p:nvPr/>
            </p:nvSpPr>
            <p:spPr>
              <a:xfrm>
                <a:off x="1202227" y="181160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0200EA-6AAB-363A-5395-4F73E5893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227" y="1811603"/>
                <a:ext cx="504825" cy="307777"/>
              </a:xfrm>
              <a:prstGeom prst="rect">
                <a:avLst/>
              </a:prstGeom>
              <a:blipFill>
                <a:blip r:embed="rId2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D92564-96C9-450A-B7D7-C0DBDA054664}"/>
                  </a:ext>
                </a:extLst>
              </p:cNvPr>
              <p:cNvSpPr txBox="1"/>
              <p:nvPr/>
            </p:nvSpPr>
            <p:spPr>
              <a:xfrm>
                <a:off x="1931908" y="3075703"/>
                <a:ext cx="7215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D92564-96C9-450A-B7D7-C0DBDA054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908" y="3075703"/>
                <a:ext cx="721519" cy="307777"/>
              </a:xfrm>
              <a:prstGeom prst="rect">
                <a:avLst/>
              </a:prstGeom>
              <a:blipFill>
                <a:blip r:embed="rId8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9245AA1-9CC6-A1EC-90B0-7BF855121B88}"/>
              </a:ext>
            </a:extLst>
          </p:cNvPr>
          <p:cNvSpPr txBox="1"/>
          <p:nvPr/>
        </p:nvSpPr>
        <p:spPr>
          <a:xfrm>
            <a:off x="2423636" y="3075703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First roll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D22F24-F61B-D893-5030-4166427F9E64}"/>
                  </a:ext>
                </a:extLst>
              </p:cNvPr>
              <p:cNvSpPr txBox="1"/>
              <p:nvPr/>
            </p:nvSpPr>
            <p:spPr>
              <a:xfrm>
                <a:off x="452978" y="1477385"/>
                <a:ext cx="7215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AD22F24-F61B-D893-5030-4166427F9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978" y="1477385"/>
                <a:ext cx="721519" cy="307777"/>
              </a:xfrm>
              <a:prstGeom prst="rect">
                <a:avLst/>
              </a:prstGeom>
              <a:blipFill>
                <a:blip r:embed="rId9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117802A-404E-F913-ABFC-5CF07884EB91}"/>
              </a:ext>
            </a:extLst>
          </p:cNvPr>
          <p:cNvSpPr txBox="1"/>
          <p:nvPr/>
        </p:nvSpPr>
        <p:spPr>
          <a:xfrm>
            <a:off x="298196" y="1662944"/>
            <a:ext cx="114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Second roll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CCD260-4724-5B66-64D8-F6745552216F}"/>
              </a:ext>
            </a:extLst>
          </p:cNvPr>
          <p:cNvSpPr txBox="1"/>
          <p:nvPr/>
        </p:nvSpPr>
        <p:spPr>
          <a:xfrm>
            <a:off x="1683067" y="286521"/>
            <a:ext cx="226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* Tetrahedral die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05AAB4-B034-AE77-43C7-8E3F74D44ACD}"/>
                  </a:ext>
                </a:extLst>
              </p:cNvPr>
              <p:cNvSpPr txBox="1"/>
              <p:nvPr/>
            </p:nvSpPr>
            <p:spPr>
              <a:xfrm>
                <a:off x="3733801" y="827741"/>
                <a:ext cx="721519" cy="30777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05AAB4-B034-AE77-43C7-8E3F74D44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1" y="827741"/>
                <a:ext cx="721519" cy="307777"/>
              </a:xfrm>
              <a:prstGeom prst="rect">
                <a:avLst/>
              </a:prstGeom>
              <a:blipFill>
                <a:blip r:embed="rId10"/>
                <a:stretch>
                  <a:fillRect t="-6000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E87CFD-5E6C-0BF3-8DC7-C9FBD570132B}"/>
                  </a:ext>
                </a:extLst>
              </p:cNvPr>
              <p:cNvSpPr txBox="1"/>
              <p:nvPr/>
            </p:nvSpPr>
            <p:spPr>
              <a:xfrm>
                <a:off x="3733801" y="1341206"/>
                <a:ext cx="721519" cy="30777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EE87CFD-5E6C-0BF3-8DC7-C9FBD5701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1" y="1341206"/>
                <a:ext cx="721519" cy="307777"/>
              </a:xfrm>
              <a:prstGeom prst="rect">
                <a:avLst/>
              </a:prstGeom>
              <a:blipFill>
                <a:blip r:embed="rId11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0619E8-74C4-D12A-A814-64C99131CCF8}"/>
                  </a:ext>
                </a:extLst>
              </p:cNvPr>
              <p:cNvSpPr txBox="1"/>
              <p:nvPr/>
            </p:nvSpPr>
            <p:spPr>
              <a:xfrm>
                <a:off x="3733801" y="1811603"/>
                <a:ext cx="721519" cy="30777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0619E8-74C4-D12A-A814-64C99131C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1" y="1811603"/>
                <a:ext cx="721519" cy="307777"/>
              </a:xfrm>
              <a:prstGeom prst="rect">
                <a:avLst/>
              </a:prstGeom>
              <a:blipFill>
                <a:blip r:embed="rId12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1177A2-C295-7FA7-55CE-6090AE146DDE}"/>
                  </a:ext>
                </a:extLst>
              </p:cNvPr>
              <p:cNvSpPr txBox="1"/>
              <p:nvPr/>
            </p:nvSpPr>
            <p:spPr>
              <a:xfrm>
                <a:off x="3733801" y="2317448"/>
                <a:ext cx="721519" cy="30777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1177A2-C295-7FA7-55CE-6090AE146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1" y="2317448"/>
                <a:ext cx="721519" cy="307777"/>
              </a:xfrm>
              <a:prstGeom prst="rect">
                <a:avLst/>
              </a:prstGeom>
              <a:blipFill>
                <a:blip r:embed="rId13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타원 22">
            <a:extLst>
              <a:ext uri="{FF2B5EF4-FFF2-40B4-BE49-F238E27FC236}">
                <a16:creationId xmlns:a16="http://schemas.microsoft.com/office/drawing/2014/main" id="{CE287689-E324-254D-0DA7-4DDC9C13BD92}"/>
              </a:ext>
            </a:extLst>
          </p:cNvPr>
          <p:cNvSpPr/>
          <p:nvPr/>
        </p:nvSpPr>
        <p:spPr>
          <a:xfrm>
            <a:off x="7897651" y="2391919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2E7BFF1C-F287-FD55-5903-547D482E3403}"/>
              </a:ext>
            </a:extLst>
          </p:cNvPr>
          <p:cNvSpPr/>
          <p:nvPr/>
        </p:nvSpPr>
        <p:spPr>
          <a:xfrm>
            <a:off x="7544423" y="1672149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176BFED5-0DC3-23C2-E022-4C5D0939E7AA}"/>
              </a:ext>
            </a:extLst>
          </p:cNvPr>
          <p:cNvSpPr/>
          <p:nvPr/>
        </p:nvSpPr>
        <p:spPr>
          <a:xfrm>
            <a:off x="8098040" y="1215470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974FCFFE-A5BC-E4DC-4024-E90B523162B7}"/>
              </a:ext>
            </a:extLst>
          </p:cNvPr>
          <p:cNvSpPr/>
          <p:nvPr/>
        </p:nvSpPr>
        <p:spPr>
          <a:xfrm>
            <a:off x="9062060" y="1018618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040DFB1A-A3B1-0DDF-FF25-3616B8C44D07}"/>
              </a:ext>
            </a:extLst>
          </p:cNvPr>
          <p:cNvSpPr/>
          <p:nvPr/>
        </p:nvSpPr>
        <p:spPr>
          <a:xfrm>
            <a:off x="10408779" y="953331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1041657-A4C6-4221-1905-1157020DE083}"/>
              </a:ext>
            </a:extLst>
          </p:cNvPr>
          <p:cNvSpPr/>
          <p:nvPr/>
        </p:nvSpPr>
        <p:spPr>
          <a:xfrm>
            <a:off x="8706672" y="1518261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3184F60-91E7-7172-568E-0B7F07FDADA4}"/>
              </a:ext>
            </a:extLst>
          </p:cNvPr>
          <p:cNvSpPr/>
          <p:nvPr/>
        </p:nvSpPr>
        <p:spPr>
          <a:xfrm>
            <a:off x="8953131" y="2043885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FD2735D-3187-0011-82FD-8EE925ED082A}"/>
              </a:ext>
            </a:extLst>
          </p:cNvPr>
          <p:cNvSpPr/>
          <p:nvPr/>
        </p:nvSpPr>
        <p:spPr>
          <a:xfrm>
            <a:off x="9730682" y="1518261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D15E92D-7035-E4A1-AA39-0009114E512E}"/>
              </a:ext>
            </a:extLst>
          </p:cNvPr>
          <p:cNvSpPr/>
          <p:nvPr/>
        </p:nvSpPr>
        <p:spPr>
          <a:xfrm>
            <a:off x="10223666" y="1994720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C45421A-EEE9-B44E-F288-CCF49D397ADE}"/>
              </a:ext>
            </a:extLst>
          </p:cNvPr>
          <p:cNvSpPr/>
          <p:nvPr/>
        </p:nvSpPr>
        <p:spPr>
          <a:xfrm>
            <a:off x="10823936" y="2441084"/>
            <a:ext cx="108929" cy="9833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2DCFF49-D48A-DC52-AF30-AB06871287AC}"/>
                  </a:ext>
                </a:extLst>
              </p:cNvPr>
              <p:cNvSpPr txBox="1"/>
              <p:nvPr/>
            </p:nvSpPr>
            <p:spPr>
              <a:xfrm>
                <a:off x="9376377" y="1648710"/>
                <a:ext cx="560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2DCFF49-D48A-DC52-AF30-AB0687128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6377" y="1648710"/>
                <a:ext cx="560732" cy="369332"/>
              </a:xfrm>
              <a:prstGeom prst="rect">
                <a:avLst/>
              </a:prstGeom>
              <a:blipFill>
                <a:blip r:embed="rId14"/>
                <a:stretch>
                  <a:fillRect t="-9836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55C63ABD-1748-434D-9129-302846789BD2}"/>
              </a:ext>
            </a:extLst>
          </p:cNvPr>
          <p:cNvSpPr txBox="1"/>
          <p:nvPr/>
        </p:nvSpPr>
        <p:spPr>
          <a:xfrm>
            <a:off x="8971307" y="1686943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Event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53810C-9F1F-8C24-5B69-FC5E40532725}"/>
              </a:ext>
            </a:extLst>
          </p:cNvPr>
          <p:cNvSpPr txBox="1"/>
          <p:nvPr/>
        </p:nvSpPr>
        <p:spPr>
          <a:xfrm>
            <a:off x="7346779" y="612597"/>
            <a:ext cx="1260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Sample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5C77223-EEE2-65E1-C251-B0C4ABD0E91E}"/>
                  </a:ext>
                </a:extLst>
              </p:cNvPr>
              <p:cNvSpPr txBox="1"/>
              <p:nvPr/>
            </p:nvSpPr>
            <p:spPr>
              <a:xfrm>
                <a:off x="8551142" y="627985"/>
                <a:ext cx="2324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5C77223-EEE2-65E1-C251-B0C4ABD0E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142" y="627985"/>
                <a:ext cx="232435" cy="307777"/>
              </a:xfrm>
              <a:prstGeom prst="rect">
                <a:avLst/>
              </a:prstGeom>
              <a:blipFill>
                <a:blip r:embed="rId15"/>
                <a:stretch>
                  <a:fillRect l="-26316" r="-263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0E5C1392-BF21-D7DE-4CDF-A3A3BF063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1238" y="34242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91C504C-AD5C-4318-A8A4-3A9AFF7C0E9C}"/>
              </a:ext>
            </a:extLst>
          </p:cNvPr>
          <p:cNvCxnSpPr>
            <a:cxnSpLocks/>
          </p:cNvCxnSpPr>
          <p:nvPr/>
        </p:nvCxnSpPr>
        <p:spPr>
          <a:xfrm flipV="1">
            <a:off x="4744844" y="4476996"/>
            <a:ext cx="0" cy="17859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D2A244A-6334-6B1B-B878-719DD7ACC4DB}"/>
              </a:ext>
            </a:extLst>
          </p:cNvPr>
          <p:cNvCxnSpPr>
            <a:cxnSpLocks/>
          </p:cNvCxnSpPr>
          <p:nvPr/>
        </p:nvCxnSpPr>
        <p:spPr>
          <a:xfrm>
            <a:off x="4511655" y="6068361"/>
            <a:ext cx="186930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4292AB8-5A39-FBCD-ADBB-40589CA8F6E7}"/>
              </a:ext>
            </a:extLst>
          </p:cNvPr>
          <p:cNvCxnSpPr/>
          <p:nvPr/>
        </p:nvCxnSpPr>
        <p:spPr>
          <a:xfrm>
            <a:off x="4744844" y="4800846"/>
            <a:ext cx="12741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E0C41229-C3F4-F810-05F6-D12138F478CA}"/>
              </a:ext>
            </a:extLst>
          </p:cNvPr>
          <p:cNvCxnSpPr>
            <a:cxnSpLocks/>
          </p:cNvCxnSpPr>
          <p:nvPr/>
        </p:nvCxnSpPr>
        <p:spPr>
          <a:xfrm>
            <a:off x="6019014" y="4800846"/>
            <a:ext cx="0" cy="126751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B67FFF3-BBFB-BF54-2852-7CE2C589FD89}"/>
                  </a:ext>
                </a:extLst>
              </p:cNvPr>
              <p:cNvSpPr txBox="1"/>
              <p:nvPr/>
            </p:nvSpPr>
            <p:spPr>
              <a:xfrm>
                <a:off x="6137903" y="6000996"/>
                <a:ext cx="476250" cy="371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B67FFF3-BBFB-BF54-2852-7CE2C589F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903" y="6000996"/>
                <a:ext cx="476250" cy="371475"/>
              </a:xfrm>
              <a:prstGeom prst="rect">
                <a:avLst/>
              </a:prstGeom>
              <a:blipFill>
                <a:blip r:embed="rId17"/>
                <a:stretch>
                  <a:fillRect t="-9836" r="-2564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757A135-FB5F-5BCB-F479-677CCADDC527}"/>
                  </a:ext>
                </a:extLst>
              </p:cNvPr>
              <p:cNvSpPr txBox="1"/>
              <p:nvPr/>
            </p:nvSpPr>
            <p:spPr>
              <a:xfrm>
                <a:off x="4397355" y="4267446"/>
                <a:ext cx="476250" cy="371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757A135-FB5F-5BCB-F479-677CCADDC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355" y="4267446"/>
                <a:ext cx="476250" cy="371475"/>
              </a:xfrm>
              <a:prstGeom prst="rect">
                <a:avLst/>
              </a:prstGeom>
              <a:blipFill>
                <a:blip r:embed="rId18"/>
                <a:stretch>
                  <a:fillRect t="-9836" r="-5128" b="-22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85BAA0C-CA7C-F9E2-0513-AE5922A3DA37}"/>
                  </a:ext>
                </a:extLst>
              </p:cNvPr>
              <p:cNvSpPr txBox="1"/>
              <p:nvPr/>
            </p:nvSpPr>
            <p:spPr>
              <a:xfrm>
                <a:off x="4359201" y="4654006"/>
                <a:ext cx="476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85BAA0C-CA7C-F9E2-0513-AE5922A3D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9201" y="4654006"/>
                <a:ext cx="476250" cy="307777"/>
              </a:xfrm>
              <a:prstGeom prst="rect">
                <a:avLst/>
              </a:prstGeom>
              <a:blipFill>
                <a:blip r:embed="rId19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0F2E0CF-4158-6E05-9266-BEA061F984F5}"/>
                  </a:ext>
                </a:extLst>
              </p:cNvPr>
              <p:cNvSpPr txBox="1"/>
              <p:nvPr/>
            </p:nvSpPr>
            <p:spPr>
              <a:xfrm>
                <a:off x="5780889" y="6068361"/>
                <a:ext cx="4762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0F2E0CF-4158-6E05-9266-BEA061F98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889" y="6068361"/>
                <a:ext cx="476250" cy="307777"/>
              </a:xfrm>
              <a:prstGeom prst="rect">
                <a:avLst/>
              </a:prstGeom>
              <a:blipFill>
                <a:blip r:embed="rId19"/>
                <a:stretch>
                  <a:fillRect t="-3922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직사각형 47">
            <a:extLst>
              <a:ext uri="{FF2B5EF4-FFF2-40B4-BE49-F238E27FC236}">
                <a16:creationId xmlns:a16="http://schemas.microsoft.com/office/drawing/2014/main" id="{37C904CF-4B9E-071C-91D9-1653B99A0649}"/>
              </a:ext>
            </a:extLst>
          </p:cNvPr>
          <p:cNvSpPr/>
          <p:nvPr/>
        </p:nvSpPr>
        <p:spPr>
          <a:xfrm>
            <a:off x="4754735" y="4829422"/>
            <a:ext cx="1259344" cy="12008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4B90A27-6EC3-6DB9-3ECF-261B84532E18}"/>
                  </a:ext>
                </a:extLst>
              </p:cNvPr>
              <p:cNvSpPr txBox="1"/>
              <p:nvPr/>
            </p:nvSpPr>
            <p:spPr>
              <a:xfrm>
                <a:off x="5321053" y="4433529"/>
                <a:ext cx="119776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4B90A27-6EC3-6DB9-3ECF-261B84532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053" y="4433529"/>
                <a:ext cx="1197769" cy="307777"/>
              </a:xfrm>
              <a:prstGeom prst="rect">
                <a:avLst/>
              </a:prstGeom>
              <a:blipFill>
                <a:blip r:embed="rId20"/>
                <a:stretch>
                  <a:fillRect t="-3922" r="-153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4422EE9-8D84-1956-66CF-617102A38C7B}"/>
                  </a:ext>
                </a:extLst>
              </p:cNvPr>
              <p:cNvSpPr txBox="1"/>
              <p:nvPr/>
            </p:nvSpPr>
            <p:spPr>
              <a:xfrm>
                <a:off x="6786047" y="4989715"/>
                <a:ext cx="560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4422EE9-8D84-1956-66CF-617102A38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047" y="4989715"/>
                <a:ext cx="560732" cy="369332"/>
              </a:xfrm>
              <a:prstGeom prst="rect">
                <a:avLst/>
              </a:prstGeom>
              <a:blipFill>
                <a:blip r:embed="rId21"/>
                <a:stretch>
                  <a:fillRect t="-116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862E3FB5-827A-8096-5FD0-8A7675D1CBB7}"/>
              </a:ext>
            </a:extLst>
          </p:cNvPr>
          <p:cNvSpPr txBox="1"/>
          <p:nvPr/>
        </p:nvSpPr>
        <p:spPr>
          <a:xfrm>
            <a:off x="6380977" y="5027948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Event</a:t>
            </a:r>
          </a:p>
        </p:txBody>
      </p:sp>
      <p:sp>
        <p:nvSpPr>
          <p:cNvPr id="60" name="이등변 삼각형 59">
            <a:extLst>
              <a:ext uri="{FF2B5EF4-FFF2-40B4-BE49-F238E27FC236}">
                <a16:creationId xmlns:a16="http://schemas.microsoft.com/office/drawing/2014/main" id="{ED7CF761-DF20-DCDF-1E0A-6045194E64C6}"/>
              </a:ext>
            </a:extLst>
          </p:cNvPr>
          <p:cNvSpPr/>
          <p:nvPr/>
        </p:nvSpPr>
        <p:spPr>
          <a:xfrm>
            <a:off x="4752619" y="5423642"/>
            <a:ext cx="649453" cy="638521"/>
          </a:xfrm>
          <a:prstGeom prst="triangle">
            <a:avLst>
              <a:gd name="adj" fmla="val 44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28380F90-EC4F-1A50-C9EB-52E834E968A6}"/>
              </a:ext>
            </a:extLst>
          </p:cNvPr>
          <p:cNvCxnSpPr>
            <a:cxnSpLocks/>
            <a:endCxn id="57" idx="1"/>
          </p:cNvCxnSpPr>
          <p:nvPr/>
        </p:nvCxnSpPr>
        <p:spPr>
          <a:xfrm flipV="1">
            <a:off x="5025419" y="5181837"/>
            <a:ext cx="1355558" cy="64704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349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3E65-1696-D0E1-0357-18BB40DD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559CD62-2D6C-02F4-1E05-34B1A025A791}"/>
              </a:ext>
            </a:extLst>
          </p:cNvPr>
          <p:cNvSpPr/>
          <p:nvPr/>
        </p:nvSpPr>
        <p:spPr>
          <a:xfrm>
            <a:off x="232591" y="242048"/>
            <a:ext cx="1273479" cy="6633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Real world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D348C88-F19C-D8F9-59ED-A05E04AC3637}"/>
              </a:ext>
            </a:extLst>
          </p:cNvPr>
          <p:cNvSpPr/>
          <p:nvPr/>
        </p:nvSpPr>
        <p:spPr>
          <a:xfrm>
            <a:off x="3119962" y="242048"/>
            <a:ext cx="2079812" cy="6633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Probability theory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(Analysis)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39B4C6E-02A6-3922-B1C4-C0ED3C5A776C}"/>
              </a:ext>
            </a:extLst>
          </p:cNvPr>
          <p:cNvSpPr/>
          <p:nvPr/>
        </p:nvSpPr>
        <p:spPr>
          <a:xfrm>
            <a:off x="1223803" y="1408964"/>
            <a:ext cx="2178423" cy="6633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Inference / Statistics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64F2CD96-1F71-0D33-6BFD-558042F69F2E}"/>
              </a:ext>
            </a:extLst>
          </p:cNvPr>
          <p:cNvCxnSpPr>
            <a:cxnSpLocks/>
            <a:stCxn id="3" idx="1"/>
            <a:endCxn id="2" idx="3"/>
          </p:cNvCxnSpPr>
          <p:nvPr/>
        </p:nvCxnSpPr>
        <p:spPr>
          <a:xfrm flipH="1">
            <a:off x="1506070" y="573742"/>
            <a:ext cx="161389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FDDA2A3-76CA-40AD-537B-7005A95374B5}"/>
              </a:ext>
            </a:extLst>
          </p:cNvPr>
          <p:cNvSpPr txBox="1"/>
          <p:nvPr/>
        </p:nvSpPr>
        <p:spPr>
          <a:xfrm>
            <a:off x="1676276" y="242048"/>
            <a:ext cx="1273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Georgia" panose="02040502050405020303" pitchFamily="18" charset="0"/>
              </a:rPr>
              <a:t>Predictions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111A53-3F3D-C9A6-C757-8D9B1F18FA05}"/>
              </a:ext>
            </a:extLst>
          </p:cNvPr>
          <p:cNvSpPr txBox="1"/>
          <p:nvPr/>
        </p:nvSpPr>
        <p:spPr>
          <a:xfrm>
            <a:off x="1676277" y="597660"/>
            <a:ext cx="1273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Georgia" panose="02040502050405020303" pitchFamily="18" charset="0"/>
              </a:rPr>
              <a:t>Decisions</a:t>
            </a:r>
          </a:p>
        </p:txBody>
      </p: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B3C57BC-EB09-D481-948E-F790480B600C}"/>
              </a:ext>
            </a:extLst>
          </p:cNvPr>
          <p:cNvCxnSpPr>
            <a:cxnSpLocks/>
            <a:stCxn id="2" idx="2"/>
            <a:endCxn id="36" idx="1"/>
          </p:cNvCxnSpPr>
          <p:nvPr/>
        </p:nvCxnSpPr>
        <p:spPr>
          <a:xfrm>
            <a:off x="869331" y="905436"/>
            <a:ext cx="354472" cy="83522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13FDEB5-38E3-26E6-81A5-A37EA881F866}"/>
              </a:ext>
            </a:extLst>
          </p:cNvPr>
          <p:cNvSpPr txBox="1"/>
          <p:nvPr/>
        </p:nvSpPr>
        <p:spPr>
          <a:xfrm>
            <a:off x="232591" y="1247599"/>
            <a:ext cx="874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Georgia" panose="02040502050405020303" pitchFamily="18" charset="0"/>
              </a:rPr>
              <a:t>Data</a:t>
            </a: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DAAD6BC-4A9D-320A-9D10-D792B8C9E700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3393627" y="905436"/>
            <a:ext cx="766241" cy="8187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027A8129-1905-7055-2E46-A52E178C8466}"/>
              </a:ext>
            </a:extLst>
          </p:cNvPr>
          <p:cNvSpPr txBox="1"/>
          <p:nvPr/>
        </p:nvSpPr>
        <p:spPr>
          <a:xfrm>
            <a:off x="3776747" y="1274493"/>
            <a:ext cx="1273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Models</a:t>
            </a:r>
          </a:p>
        </p:txBody>
      </p:sp>
    </p:spTree>
    <p:extLst>
      <p:ext uri="{BB962C8B-B14F-4D97-AF65-F5344CB8AC3E}">
        <p14:creationId xmlns:p14="http://schemas.microsoft.com/office/powerpoint/2010/main" val="1472614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F13DF-1E03-E405-CBA7-81EED8AE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BCE7F924-D1DE-AAA0-BC4A-EC25D61596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969987"/>
              </p:ext>
            </p:extLst>
          </p:nvPr>
        </p:nvGraphicFramePr>
        <p:xfrm>
          <a:off x="7110461" y="2583634"/>
          <a:ext cx="2000252" cy="198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3">
                  <a:extLst>
                    <a:ext uri="{9D8B030D-6E8A-4147-A177-3AD203B41FA5}">
                      <a16:colId xmlns:a16="http://schemas.microsoft.com/office/drawing/2014/main" val="2859339397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3235844781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785058071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920543562"/>
                    </a:ext>
                  </a:extLst>
                </a:gridCol>
              </a:tblGrid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277642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946960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84525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4316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58FBCC3-5618-50C7-58B0-98BFEDD48CE9}"/>
                  </a:ext>
                </a:extLst>
              </p:cNvPr>
              <p:cNvSpPr txBox="1"/>
              <p:nvPr/>
            </p:nvSpPr>
            <p:spPr>
              <a:xfrm>
                <a:off x="7605762" y="461377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58FBCC3-5618-50C7-58B0-98BFEDD48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762" y="4613773"/>
                <a:ext cx="504825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24BD05-E6F4-6C67-D10F-BD63F3BD37D7}"/>
                  </a:ext>
                </a:extLst>
              </p:cNvPr>
              <p:cNvSpPr txBox="1"/>
              <p:nvPr/>
            </p:nvSpPr>
            <p:spPr>
              <a:xfrm>
                <a:off x="7105699" y="461377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24BD05-E6F4-6C67-D10F-BD63F3BD3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699" y="4613773"/>
                <a:ext cx="504825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D251F0A-FF19-F864-6603-E5F82723B5F6}"/>
                  </a:ext>
                </a:extLst>
              </p:cNvPr>
              <p:cNvSpPr txBox="1"/>
              <p:nvPr/>
            </p:nvSpPr>
            <p:spPr>
              <a:xfrm>
                <a:off x="8115349" y="461377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D251F0A-FF19-F864-6603-E5F82723B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349" y="4613773"/>
                <a:ext cx="50482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F24B9E-A438-1AFA-DF0E-AC03A6C5876D}"/>
                  </a:ext>
                </a:extLst>
              </p:cNvPr>
              <p:cNvSpPr txBox="1"/>
              <p:nvPr/>
            </p:nvSpPr>
            <p:spPr>
              <a:xfrm>
                <a:off x="8608269" y="461377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F24B9E-A438-1AFA-DF0E-AC03A6C58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8269" y="4613773"/>
                <a:ext cx="50482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DB7823-AF8C-99F3-3232-BFC8C3794736}"/>
                  </a:ext>
                </a:extLst>
              </p:cNvPr>
              <p:cNvSpPr txBox="1"/>
              <p:nvPr/>
            </p:nvSpPr>
            <p:spPr>
              <a:xfrm>
                <a:off x="6624859" y="4163295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DB7823-AF8C-99F3-3232-BFC8C37947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859" y="4163295"/>
                <a:ext cx="50482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45E8CD-05B6-7FD9-D128-87D6255727FC}"/>
                  </a:ext>
                </a:extLst>
              </p:cNvPr>
              <p:cNvSpPr txBox="1"/>
              <p:nvPr/>
            </p:nvSpPr>
            <p:spPr>
              <a:xfrm>
                <a:off x="6624859" y="2677298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45E8CD-05B6-7FD9-D128-87D625572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859" y="2677298"/>
                <a:ext cx="50482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0B4B9D-55FA-1013-F969-C39CF2A5B93A}"/>
                  </a:ext>
                </a:extLst>
              </p:cNvPr>
              <p:cNvSpPr txBox="1"/>
              <p:nvPr/>
            </p:nvSpPr>
            <p:spPr>
              <a:xfrm>
                <a:off x="6624859" y="318314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00B4B9D-55FA-1013-F969-C39CF2A5B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859" y="3183143"/>
                <a:ext cx="50482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E4EAF50-C66C-455B-72A9-F8D77AB25F71}"/>
                  </a:ext>
                </a:extLst>
              </p:cNvPr>
              <p:cNvSpPr txBox="1"/>
              <p:nvPr/>
            </p:nvSpPr>
            <p:spPr>
              <a:xfrm>
                <a:off x="6624859" y="3657450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E4EAF50-C66C-455B-72A9-F8D77AB25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859" y="3657450"/>
                <a:ext cx="504825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762279-318E-E599-5802-933E090E98BB}"/>
                  </a:ext>
                </a:extLst>
              </p:cNvPr>
              <p:cNvSpPr txBox="1"/>
              <p:nvPr/>
            </p:nvSpPr>
            <p:spPr>
              <a:xfrm>
                <a:off x="4568744" y="1089085"/>
                <a:ext cx="256093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</a:rPr>
                  <a:t>Event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16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:</m:t>
                    </m:r>
                    <m:func>
                      <m:funcPr>
                        <m:ctrlPr>
                          <a:rPr lang="ar-AE" sz="1600" b="1" i="1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600" b="1" i="0" dirty="0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𝐦𝐢𝐧</m:t>
                        </m:r>
                      </m:fName>
                      <m:e>
                        <m:d>
                          <m:dPr>
                            <m:ctrlPr>
                              <a:rPr lang="ar-AE" sz="1600" b="1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00" b="1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ar-AE" sz="1600" b="1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1600" b="1" i="1" dirty="0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d>
                      </m:e>
                    </m:func>
                    <m:r>
                      <a:rPr lang="ar-AE" sz="16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6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ar-AE" sz="20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762279-318E-E599-5802-933E090E9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744" y="1089085"/>
                <a:ext cx="2560939" cy="338554"/>
              </a:xfrm>
              <a:prstGeom prst="rect">
                <a:avLst/>
              </a:prstGeom>
              <a:blipFill>
                <a:blip r:embed="rId11"/>
                <a:stretch>
                  <a:fillRect l="-1188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5D03CD-D65E-20C1-72BF-2903F586813F}"/>
                  </a:ext>
                </a:extLst>
              </p:cNvPr>
              <p:cNvSpPr txBox="1"/>
              <p:nvPr/>
            </p:nvSpPr>
            <p:spPr>
              <a:xfrm>
                <a:off x="4568744" y="1439736"/>
                <a:ext cx="21464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070C0"/>
                    </a:solidFill>
                  </a:rPr>
                  <a:t>Event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16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:</m:t>
                    </m:r>
                    <m:func>
                      <m:funcPr>
                        <m:ctrlPr>
                          <a:rPr lang="ar-AE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ar-AE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fName>
                      <m:e>
                        <m:d>
                          <m:dPr>
                            <m:ctrlPr>
                              <a:rPr lang="ar-AE" sz="16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6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ar-AE" sz="16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ar-AE" sz="1600" b="1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d>
                      </m:e>
                    </m:func>
                  </m:oMath>
                </a14:m>
                <a:endParaRPr lang="ar-AE" sz="2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5D03CD-D65E-20C1-72BF-2903F5868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8744" y="1439736"/>
                <a:ext cx="2146428" cy="338554"/>
              </a:xfrm>
              <a:prstGeom prst="rect">
                <a:avLst/>
              </a:prstGeom>
              <a:blipFill>
                <a:blip r:embed="rId12"/>
                <a:stretch>
                  <a:fillRect l="-1416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34D336-4963-5E3E-554C-D2E2CE287F56}"/>
                  </a:ext>
                </a:extLst>
              </p:cNvPr>
              <p:cNvSpPr txBox="1"/>
              <p:nvPr/>
            </p:nvSpPr>
            <p:spPr>
              <a:xfrm>
                <a:off x="7037373" y="2057925"/>
                <a:ext cx="214642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C34D336-4963-5E3E-554C-D2E2CE287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373" y="2057925"/>
                <a:ext cx="2146428" cy="307777"/>
              </a:xfrm>
              <a:prstGeom prst="rect">
                <a:avLst/>
              </a:prstGeom>
              <a:blipFill>
                <a:blip r:embed="rId1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2FFD3CD-3D53-5637-9CA9-F7CE2F88D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057263"/>
              </p:ext>
            </p:extLst>
          </p:nvPr>
        </p:nvGraphicFramePr>
        <p:xfrm>
          <a:off x="2246734" y="2583634"/>
          <a:ext cx="2000252" cy="198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3">
                  <a:extLst>
                    <a:ext uri="{9D8B030D-6E8A-4147-A177-3AD203B41FA5}">
                      <a16:colId xmlns:a16="http://schemas.microsoft.com/office/drawing/2014/main" val="2859339397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3235844781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2785058071"/>
                    </a:ext>
                  </a:extLst>
                </a:gridCol>
                <a:gridCol w="500063">
                  <a:extLst>
                    <a:ext uri="{9D8B030D-6E8A-4147-A177-3AD203B41FA5}">
                      <a16:colId xmlns:a16="http://schemas.microsoft.com/office/drawing/2014/main" val="920543562"/>
                    </a:ext>
                  </a:extLst>
                </a:gridCol>
              </a:tblGrid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277642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A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946960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A1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584525"/>
                  </a:ext>
                </a:extLst>
              </a:tr>
              <a:tr h="49649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43163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1CD50D-7E47-8013-C416-87B3C462A294}"/>
                  </a:ext>
                </a:extLst>
              </p:cNvPr>
              <p:cNvSpPr txBox="1"/>
              <p:nvPr/>
            </p:nvSpPr>
            <p:spPr>
              <a:xfrm>
                <a:off x="2742035" y="461377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01CD50D-7E47-8013-C416-87B3C462A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035" y="4613773"/>
                <a:ext cx="504825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D25FA0-AE16-2088-28B6-90A7D5E78DF1}"/>
                  </a:ext>
                </a:extLst>
              </p:cNvPr>
              <p:cNvSpPr txBox="1"/>
              <p:nvPr/>
            </p:nvSpPr>
            <p:spPr>
              <a:xfrm>
                <a:off x="2241972" y="461377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D25FA0-AE16-2088-28B6-90A7D5E78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972" y="4613773"/>
                <a:ext cx="50482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D78216-65C1-1442-32E2-571DC0523477}"/>
                  </a:ext>
                </a:extLst>
              </p:cNvPr>
              <p:cNvSpPr txBox="1"/>
              <p:nvPr/>
            </p:nvSpPr>
            <p:spPr>
              <a:xfrm>
                <a:off x="3251622" y="461377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D78216-65C1-1442-32E2-571DC0523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622" y="4613773"/>
                <a:ext cx="50482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15BFAF-00EB-6BF0-9EB2-FDCDB77EA8FB}"/>
                  </a:ext>
                </a:extLst>
              </p:cNvPr>
              <p:cNvSpPr txBox="1"/>
              <p:nvPr/>
            </p:nvSpPr>
            <p:spPr>
              <a:xfrm>
                <a:off x="3744542" y="461377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B15BFAF-00EB-6BF0-9EB2-FDCDB77EA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542" y="4613773"/>
                <a:ext cx="504825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32D71D-AB70-AC78-0587-7FC513663C3D}"/>
                  </a:ext>
                </a:extLst>
              </p:cNvPr>
              <p:cNvSpPr txBox="1"/>
              <p:nvPr/>
            </p:nvSpPr>
            <p:spPr>
              <a:xfrm>
                <a:off x="1761132" y="4163295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C32D71D-AB70-AC78-0587-7FC513663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132" y="4163295"/>
                <a:ext cx="504825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4ED360-28E2-ABC2-CE7A-66D3BC8FC7F8}"/>
                  </a:ext>
                </a:extLst>
              </p:cNvPr>
              <p:cNvSpPr txBox="1"/>
              <p:nvPr/>
            </p:nvSpPr>
            <p:spPr>
              <a:xfrm>
                <a:off x="1761132" y="2677298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4ED360-28E2-ABC2-CE7A-66D3BC8FC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132" y="2677298"/>
                <a:ext cx="50482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FE02B5-0A38-06E9-94F8-C0525DF15099}"/>
                  </a:ext>
                </a:extLst>
              </p:cNvPr>
              <p:cNvSpPr txBox="1"/>
              <p:nvPr/>
            </p:nvSpPr>
            <p:spPr>
              <a:xfrm>
                <a:off x="1761132" y="3183143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8FE02B5-0A38-06E9-94F8-C0525DF15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132" y="3183143"/>
                <a:ext cx="50482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37B7B9-85E5-B534-87DE-98CD7ECC4349}"/>
                  </a:ext>
                </a:extLst>
              </p:cNvPr>
              <p:cNvSpPr txBox="1"/>
              <p:nvPr/>
            </p:nvSpPr>
            <p:spPr>
              <a:xfrm>
                <a:off x="1761132" y="3657450"/>
                <a:ext cx="5048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37B7B9-85E5-B534-87DE-98CD7ECC4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132" y="3657450"/>
                <a:ext cx="504825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FBAB47-1230-D224-9393-63987C9AA094}"/>
                  </a:ext>
                </a:extLst>
              </p:cNvPr>
              <p:cNvSpPr txBox="1"/>
              <p:nvPr/>
            </p:nvSpPr>
            <p:spPr>
              <a:xfrm>
                <a:off x="2490813" y="4921550"/>
                <a:ext cx="7215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FBAB47-1230-D224-9393-63987C9AA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813" y="4921550"/>
                <a:ext cx="721519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19C13E7A-7BCD-A45D-F3F4-AE6343BBA316}"/>
              </a:ext>
            </a:extLst>
          </p:cNvPr>
          <p:cNvSpPr txBox="1"/>
          <p:nvPr/>
        </p:nvSpPr>
        <p:spPr>
          <a:xfrm>
            <a:off x="2982541" y="4921550"/>
            <a:ext cx="9691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First roll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A18720-BA64-299B-2E2A-274D3AEF2D98}"/>
                  </a:ext>
                </a:extLst>
              </p:cNvPr>
              <p:cNvSpPr txBox="1"/>
              <p:nvPr/>
            </p:nvSpPr>
            <p:spPr>
              <a:xfrm>
                <a:off x="1011883" y="3323232"/>
                <a:ext cx="7215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FA18720-BA64-299B-2E2A-274D3AEF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883" y="3323232"/>
                <a:ext cx="721519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ECDAC04C-DB50-C894-EF26-3460D6FE4F45}"/>
              </a:ext>
            </a:extLst>
          </p:cNvPr>
          <p:cNvSpPr txBox="1"/>
          <p:nvPr/>
        </p:nvSpPr>
        <p:spPr>
          <a:xfrm>
            <a:off x="857101" y="3508791"/>
            <a:ext cx="114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Second roll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0F7B639-FD62-BCDD-CC77-5898A8D28882}"/>
                  </a:ext>
                </a:extLst>
              </p:cNvPr>
              <p:cNvSpPr txBox="1"/>
              <p:nvPr/>
            </p:nvSpPr>
            <p:spPr>
              <a:xfrm>
                <a:off x="2173646" y="1963998"/>
                <a:ext cx="2146428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US" sz="1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1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den>
                      </m:f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0F7B639-FD62-BCDD-CC77-5898A8D28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3646" y="1963998"/>
                <a:ext cx="2146428" cy="497059"/>
              </a:xfrm>
              <a:prstGeom prst="rect">
                <a:avLst/>
              </a:prstGeom>
              <a:blipFill>
                <a:blip r:embed="rId1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타원 47">
            <a:extLst>
              <a:ext uri="{FF2B5EF4-FFF2-40B4-BE49-F238E27FC236}">
                <a16:creationId xmlns:a16="http://schemas.microsoft.com/office/drawing/2014/main" id="{A05BDD97-9BE5-F564-17DF-B05C4CD7AED7}"/>
              </a:ext>
            </a:extLst>
          </p:cNvPr>
          <p:cNvSpPr/>
          <p:nvPr/>
        </p:nvSpPr>
        <p:spPr>
          <a:xfrm>
            <a:off x="3744542" y="2673479"/>
            <a:ext cx="504825" cy="30777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5A4D27D-5520-DC70-F5BA-FC700755F78B}"/>
              </a:ext>
            </a:extLst>
          </p:cNvPr>
          <p:cNvCxnSpPr>
            <a:cxnSpLocks/>
            <a:stCxn id="48" idx="0"/>
            <a:endCxn id="53" idx="1"/>
          </p:cNvCxnSpPr>
          <p:nvPr/>
        </p:nvCxnSpPr>
        <p:spPr>
          <a:xfrm>
            <a:off x="3996955" y="2673479"/>
            <a:ext cx="493093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C315E8-18F2-9E6D-A63E-6AC93CBE183B}"/>
                  </a:ext>
                </a:extLst>
              </p:cNvPr>
              <p:cNvSpPr txBox="1"/>
              <p:nvPr/>
            </p:nvSpPr>
            <p:spPr>
              <a:xfrm>
                <a:off x="4490048" y="2474546"/>
                <a:ext cx="1903657" cy="397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0" dirty="0">
                    <a:solidFill>
                      <a:schemeClr val="tx1"/>
                    </a:solidFill>
                  </a:rPr>
                  <a:t>Each block has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sz="1400" dirty="0">
                    <a:solidFill>
                      <a:schemeClr val="tx1"/>
                    </a:solidFill>
                  </a:rPr>
                  <a:t>Prob.</a:t>
                </a:r>
                <a:endParaRPr lang="ar-AE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C315E8-18F2-9E6D-A63E-6AC93CBE1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0048" y="2474546"/>
                <a:ext cx="1903657" cy="397866"/>
              </a:xfrm>
              <a:prstGeom prst="rect">
                <a:avLst/>
              </a:prstGeom>
              <a:blipFill>
                <a:blip r:embed="rId18"/>
                <a:stretch>
                  <a:fillRect l="-962"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왼쪽 중괄호 63">
            <a:extLst>
              <a:ext uri="{FF2B5EF4-FFF2-40B4-BE49-F238E27FC236}">
                <a16:creationId xmlns:a16="http://schemas.microsoft.com/office/drawing/2014/main" id="{09A2BB4A-9985-BA3F-87B8-7001F0011740}"/>
              </a:ext>
            </a:extLst>
          </p:cNvPr>
          <p:cNvSpPr/>
          <p:nvPr/>
        </p:nvSpPr>
        <p:spPr>
          <a:xfrm>
            <a:off x="4340758" y="1156996"/>
            <a:ext cx="183356" cy="550504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0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D1331-A020-2716-1BC5-275FE58E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>
            <a:extLst>
              <a:ext uri="{FF2B5EF4-FFF2-40B4-BE49-F238E27FC236}">
                <a16:creationId xmlns:a16="http://schemas.microsoft.com/office/drawing/2014/main" id="{215E5A6A-270B-9D0E-E7CB-1D8F3ADD59D6}"/>
              </a:ext>
            </a:extLst>
          </p:cNvPr>
          <p:cNvSpPr/>
          <p:nvPr/>
        </p:nvSpPr>
        <p:spPr>
          <a:xfrm>
            <a:off x="7156570" y="45434"/>
            <a:ext cx="3787442" cy="20679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849FBA32-5777-761F-2EBF-40701681985E}"/>
              </a:ext>
            </a:extLst>
          </p:cNvPr>
          <p:cNvSpPr/>
          <p:nvPr/>
        </p:nvSpPr>
        <p:spPr>
          <a:xfrm>
            <a:off x="7436937" y="566175"/>
            <a:ext cx="3090746" cy="131714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E27FBAE-D964-7634-C760-64499759AC66}"/>
              </a:ext>
            </a:extLst>
          </p:cNvPr>
          <p:cNvCxnSpPr>
            <a:cxnSpLocks/>
          </p:cNvCxnSpPr>
          <p:nvPr/>
        </p:nvCxnSpPr>
        <p:spPr>
          <a:xfrm flipV="1">
            <a:off x="1464907" y="2379306"/>
            <a:ext cx="709126" cy="9330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507F0B0-F6D4-92DA-DCE3-A096DCD441CC}"/>
              </a:ext>
            </a:extLst>
          </p:cNvPr>
          <p:cNvCxnSpPr>
            <a:cxnSpLocks/>
          </p:cNvCxnSpPr>
          <p:nvPr/>
        </p:nvCxnSpPr>
        <p:spPr>
          <a:xfrm flipV="1">
            <a:off x="2174033" y="1903445"/>
            <a:ext cx="1222310" cy="475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60FD66F-03B2-28EC-96DA-2FFF61EC0101}"/>
              </a:ext>
            </a:extLst>
          </p:cNvPr>
          <p:cNvCxnSpPr>
            <a:cxnSpLocks/>
          </p:cNvCxnSpPr>
          <p:nvPr/>
        </p:nvCxnSpPr>
        <p:spPr>
          <a:xfrm flipV="1">
            <a:off x="3396343" y="1586204"/>
            <a:ext cx="1343609" cy="317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DB471D4B-EB3A-7DCA-9DCC-27703B7647ED}"/>
              </a:ext>
            </a:extLst>
          </p:cNvPr>
          <p:cNvCxnSpPr>
            <a:cxnSpLocks/>
          </p:cNvCxnSpPr>
          <p:nvPr/>
        </p:nvCxnSpPr>
        <p:spPr>
          <a:xfrm>
            <a:off x="3359022" y="1903445"/>
            <a:ext cx="1352935" cy="16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CE0E447-8D9E-D977-D0C6-77708717F3A2}"/>
              </a:ext>
            </a:extLst>
          </p:cNvPr>
          <p:cNvCxnSpPr>
            <a:cxnSpLocks/>
          </p:cNvCxnSpPr>
          <p:nvPr/>
        </p:nvCxnSpPr>
        <p:spPr>
          <a:xfrm>
            <a:off x="2174033" y="2379306"/>
            <a:ext cx="1184989" cy="475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75C5BF1-5427-A11C-671B-A56B84A71441}"/>
              </a:ext>
            </a:extLst>
          </p:cNvPr>
          <p:cNvCxnSpPr>
            <a:cxnSpLocks/>
          </p:cNvCxnSpPr>
          <p:nvPr/>
        </p:nvCxnSpPr>
        <p:spPr>
          <a:xfrm flipV="1">
            <a:off x="3396343" y="2663870"/>
            <a:ext cx="1306288" cy="1819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1DBC8DF-9EED-3537-83ED-9D3326B0FAB7}"/>
              </a:ext>
            </a:extLst>
          </p:cNvPr>
          <p:cNvCxnSpPr>
            <a:cxnSpLocks/>
          </p:cNvCxnSpPr>
          <p:nvPr/>
        </p:nvCxnSpPr>
        <p:spPr>
          <a:xfrm>
            <a:off x="3359022" y="2845837"/>
            <a:ext cx="1380930" cy="317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14ABD092-F047-C8ED-027D-A77814BFAD4C}"/>
              </a:ext>
            </a:extLst>
          </p:cNvPr>
          <p:cNvCxnSpPr>
            <a:cxnSpLocks/>
          </p:cNvCxnSpPr>
          <p:nvPr/>
        </p:nvCxnSpPr>
        <p:spPr>
          <a:xfrm>
            <a:off x="1464907" y="3312367"/>
            <a:ext cx="709126" cy="10263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A7605C58-EFB6-4EE2-178C-2216D2A71BF8}"/>
              </a:ext>
            </a:extLst>
          </p:cNvPr>
          <p:cNvCxnSpPr>
            <a:cxnSpLocks/>
          </p:cNvCxnSpPr>
          <p:nvPr/>
        </p:nvCxnSpPr>
        <p:spPr>
          <a:xfrm flipV="1">
            <a:off x="2174033" y="3853542"/>
            <a:ext cx="1222310" cy="4758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7C3CF8D8-EF02-3FCF-3AEE-46924B4CD7CE}"/>
              </a:ext>
            </a:extLst>
          </p:cNvPr>
          <p:cNvCxnSpPr>
            <a:cxnSpLocks/>
          </p:cNvCxnSpPr>
          <p:nvPr/>
        </p:nvCxnSpPr>
        <p:spPr>
          <a:xfrm flipV="1">
            <a:off x="3396343" y="3536301"/>
            <a:ext cx="1343609" cy="317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C743C539-99C4-C1BB-E0FC-D1663DCC0340}"/>
              </a:ext>
            </a:extLst>
          </p:cNvPr>
          <p:cNvCxnSpPr>
            <a:cxnSpLocks/>
          </p:cNvCxnSpPr>
          <p:nvPr/>
        </p:nvCxnSpPr>
        <p:spPr>
          <a:xfrm>
            <a:off x="3359022" y="3853542"/>
            <a:ext cx="1380930" cy="23716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8E2D1AF-B5F2-6BD5-B9E8-F4442ACB092B}"/>
              </a:ext>
            </a:extLst>
          </p:cNvPr>
          <p:cNvCxnSpPr>
            <a:cxnSpLocks/>
          </p:cNvCxnSpPr>
          <p:nvPr/>
        </p:nvCxnSpPr>
        <p:spPr>
          <a:xfrm>
            <a:off x="2174033" y="4329403"/>
            <a:ext cx="1184989" cy="475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EC1AA0D-741D-879C-98DD-9D978F9ED590}"/>
              </a:ext>
            </a:extLst>
          </p:cNvPr>
          <p:cNvCxnSpPr>
            <a:cxnSpLocks/>
          </p:cNvCxnSpPr>
          <p:nvPr/>
        </p:nvCxnSpPr>
        <p:spPr>
          <a:xfrm flipV="1">
            <a:off x="3396343" y="4646644"/>
            <a:ext cx="1343609" cy="1492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725BB7D1-ED8D-E2D2-3683-C5DDA00FF25B}"/>
              </a:ext>
            </a:extLst>
          </p:cNvPr>
          <p:cNvCxnSpPr>
            <a:cxnSpLocks/>
          </p:cNvCxnSpPr>
          <p:nvPr/>
        </p:nvCxnSpPr>
        <p:spPr>
          <a:xfrm>
            <a:off x="3359022" y="4795934"/>
            <a:ext cx="1380930" cy="317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69721C9-93FC-0085-2034-FC66C1AF9E5A}"/>
                  </a:ext>
                </a:extLst>
              </p:cNvPr>
              <p:cNvSpPr txBox="1"/>
              <p:nvPr/>
            </p:nvSpPr>
            <p:spPr>
              <a:xfrm>
                <a:off x="1129005" y="2617236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69721C9-93FC-0085-2034-FC66C1AF9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005" y="2617236"/>
                <a:ext cx="709126" cy="307777"/>
              </a:xfrm>
              <a:prstGeom prst="rect">
                <a:avLst/>
              </a:prstGeom>
              <a:blipFill>
                <a:blip r:embed="rId3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CBB6532-C613-1545-195E-5C0FD4EB494A}"/>
                  </a:ext>
                </a:extLst>
              </p:cNvPr>
              <p:cNvSpPr txBox="1"/>
              <p:nvPr/>
            </p:nvSpPr>
            <p:spPr>
              <a:xfrm>
                <a:off x="1129005" y="3778263"/>
                <a:ext cx="709126" cy="3434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e>
                            <m:sup>
                              <m:r>
                                <a:rPr lang="en-US" sz="1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CBB6532-C613-1545-195E-5C0FD4EB4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005" y="3778263"/>
                <a:ext cx="709126" cy="3434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EE01B3A-254E-EF92-2CD1-ACA838E9C535}"/>
                  </a:ext>
                </a:extLst>
              </p:cNvPr>
              <p:cNvSpPr txBox="1"/>
              <p:nvPr/>
            </p:nvSpPr>
            <p:spPr>
              <a:xfrm>
                <a:off x="3055778" y="1945046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EE01B3A-254E-EF92-2CD1-ACA838E9C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778" y="1945046"/>
                <a:ext cx="709126" cy="307777"/>
              </a:xfrm>
              <a:prstGeom prst="rect">
                <a:avLst/>
              </a:prstGeom>
              <a:blipFill>
                <a:blip r:embed="rId5"/>
                <a:stretch>
                  <a:fillRect r="-5128"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E9C6D9-1B30-5C94-9169-41A6D97F49A1}"/>
                  </a:ext>
                </a:extLst>
              </p:cNvPr>
              <p:cNvSpPr txBox="1"/>
              <p:nvPr/>
            </p:nvSpPr>
            <p:spPr>
              <a:xfrm>
                <a:off x="2906488" y="2854526"/>
                <a:ext cx="709126" cy="335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  <m:sup>
                              <m:r>
                                <a:rPr lang="en-US" sz="14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p>
                          </m:sSup>
                        </m:e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DE9C6D9-1B30-5C94-9169-41A6D97F49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488" y="2854526"/>
                <a:ext cx="709126" cy="335476"/>
              </a:xfrm>
              <a:prstGeom prst="rect">
                <a:avLst/>
              </a:prstGeom>
              <a:blipFill>
                <a:blip r:embed="rId6"/>
                <a:stretch>
                  <a:fillRect r="-6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DFC4FF4-82F9-6BB4-D53D-2FDC3410ADBC}"/>
                  </a:ext>
                </a:extLst>
              </p:cNvPr>
              <p:cNvSpPr txBox="1"/>
              <p:nvPr/>
            </p:nvSpPr>
            <p:spPr>
              <a:xfrm>
                <a:off x="1856793" y="2103268"/>
                <a:ext cx="35456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DFC4FF4-82F9-6BB4-D53D-2FDC3410A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93" y="2103268"/>
                <a:ext cx="354561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58D9AD6-3A52-1CF9-4D90-9BC7BF6EDA71}"/>
                  </a:ext>
                </a:extLst>
              </p:cNvPr>
              <p:cNvSpPr txBox="1"/>
              <p:nvPr/>
            </p:nvSpPr>
            <p:spPr>
              <a:xfrm>
                <a:off x="3004458" y="1595534"/>
                <a:ext cx="70912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58D9AD6-3A52-1CF9-4D90-9BC7BF6ED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8" y="1595534"/>
                <a:ext cx="709125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A63F3C4-AA25-899A-7F11-F69DB1C144F4}"/>
                  </a:ext>
                </a:extLst>
              </p:cNvPr>
              <p:cNvSpPr txBox="1"/>
              <p:nvPr/>
            </p:nvSpPr>
            <p:spPr>
              <a:xfrm>
                <a:off x="4739952" y="1232342"/>
                <a:ext cx="9517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m:rPr>
                          <m:sty m:val="p"/>
                        </m:rP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A63F3C4-AA25-899A-7F11-F69DB1C14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952" y="1232342"/>
                <a:ext cx="951722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C4AD249-EA85-55F0-3B88-A61E4784718A}"/>
                  </a:ext>
                </a:extLst>
              </p:cNvPr>
              <p:cNvSpPr txBox="1"/>
              <p:nvPr/>
            </p:nvSpPr>
            <p:spPr>
              <a:xfrm>
                <a:off x="4711957" y="1800788"/>
                <a:ext cx="1045032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5C4AD249-EA85-55F0-3B88-A61E47847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957" y="1800788"/>
                <a:ext cx="1045032" cy="3125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DC12F57-0560-90A5-B27E-EE116FF0B0BE}"/>
                  </a:ext>
                </a:extLst>
              </p:cNvPr>
              <p:cNvSpPr txBox="1"/>
              <p:nvPr/>
            </p:nvSpPr>
            <p:spPr>
              <a:xfrm>
                <a:off x="3004458" y="2501455"/>
                <a:ext cx="867748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DC12F57-0560-90A5-B27E-EE116FF0B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458" y="2501455"/>
                <a:ext cx="867748" cy="3125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98D9D4-CDB5-278F-C9D3-282119E022A8}"/>
                  </a:ext>
                </a:extLst>
              </p:cNvPr>
              <p:cNvSpPr txBox="1"/>
              <p:nvPr/>
            </p:nvSpPr>
            <p:spPr>
              <a:xfrm>
                <a:off x="2687215" y="3536301"/>
                <a:ext cx="134360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C098D9D4-CDB5-278F-C9D3-282119E02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7215" y="3536301"/>
                <a:ext cx="1343609" cy="31258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F1483CB-638B-05C5-F727-3829A265F0BB}"/>
                  </a:ext>
                </a:extLst>
              </p:cNvPr>
              <p:cNvSpPr txBox="1"/>
              <p:nvPr/>
            </p:nvSpPr>
            <p:spPr>
              <a:xfrm>
                <a:off x="2766527" y="4451572"/>
                <a:ext cx="1343609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F1483CB-638B-05C5-F727-3829A265F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6527" y="4451572"/>
                <a:ext cx="1343609" cy="31258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D619AE0-1505-E439-7915-1026865BBCAC}"/>
                  </a:ext>
                </a:extLst>
              </p:cNvPr>
              <p:cNvSpPr txBox="1"/>
              <p:nvPr/>
            </p:nvSpPr>
            <p:spPr>
              <a:xfrm>
                <a:off x="3055778" y="3894648"/>
                <a:ext cx="709126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2D619AE0-1505-E439-7915-1026865BB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778" y="3894648"/>
                <a:ext cx="709126" cy="312586"/>
              </a:xfrm>
              <a:prstGeom prst="rect">
                <a:avLst/>
              </a:prstGeom>
              <a:blipFill>
                <a:blip r:embed="rId14"/>
                <a:stretch>
                  <a:fillRect r="-17094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8C020FD-03DD-52D9-441F-6C46C7D4AE75}"/>
                  </a:ext>
                </a:extLst>
              </p:cNvPr>
              <p:cNvSpPr txBox="1"/>
              <p:nvPr/>
            </p:nvSpPr>
            <p:spPr>
              <a:xfrm>
                <a:off x="1856793" y="4359137"/>
                <a:ext cx="354561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8C020FD-03DD-52D9-441F-6C46C7D4A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793" y="4359137"/>
                <a:ext cx="354561" cy="31258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53AD6C4-EE2F-FDFD-FC41-312CC88C622C}"/>
                  </a:ext>
                </a:extLst>
              </p:cNvPr>
              <p:cNvSpPr txBox="1"/>
              <p:nvPr/>
            </p:nvSpPr>
            <p:spPr>
              <a:xfrm>
                <a:off x="2906488" y="4828015"/>
                <a:ext cx="709126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053AD6C4-EE2F-FDFD-FC41-312CC88C6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488" y="4828015"/>
                <a:ext cx="709126" cy="312586"/>
              </a:xfrm>
              <a:prstGeom prst="rect">
                <a:avLst/>
              </a:prstGeom>
              <a:blipFill>
                <a:blip r:embed="rId16"/>
                <a:stretch>
                  <a:fillRect r="-29310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F0EFCC7-5422-861A-A6D1-E1697C1C3C81}"/>
                  </a:ext>
                </a:extLst>
              </p:cNvPr>
              <p:cNvSpPr txBox="1"/>
              <p:nvPr/>
            </p:nvSpPr>
            <p:spPr>
              <a:xfrm>
                <a:off x="4739952" y="1437047"/>
                <a:ext cx="115699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F0EFCC7-5422-861A-A6D1-E1697C1C3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952" y="1437047"/>
                <a:ext cx="1156994" cy="307777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66B4647-4D9B-51F0-6F26-5F4531749E09}"/>
                  </a:ext>
                </a:extLst>
              </p:cNvPr>
              <p:cNvSpPr txBox="1"/>
              <p:nvPr/>
            </p:nvSpPr>
            <p:spPr>
              <a:xfrm>
                <a:off x="4646641" y="2029388"/>
                <a:ext cx="1222310" cy="335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1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 b="1" i="1" dirty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p>
                              <m:r>
                                <a:rPr lang="en-US" sz="1400" b="1" i="1" dirty="0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p>
                          </m:sSup>
                        </m:e>
                      </m:d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66B4647-4D9B-51F0-6F26-5F4531749E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641" y="2029388"/>
                <a:ext cx="1222310" cy="335476"/>
              </a:xfrm>
              <a:prstGeom prst="rect">
                <a:avLst/>
              </a:prstGeom>
              <a:blipFill>
                <a:blip r:embed="rId1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F65DB13-B0FC-62F0-EA81-F31BCC789928}"/>
                  </a:ext>
                </a:extLst>
              </p:cNvPr>
              <p:cNvSpPr txBox="1"/>
              <p:nvPr/>
            </p:nvSpPr>
            <p:spPr>
              <a:xfrm>
                <a:off x="4581332" y="3830427"/>
                <a:ext cx="1337387" cy="312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</m:oMath>
                  </m:oMathPara>
                </a14:m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F65DB13-B0FC-62F0-EA81-F31BCC789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1332" y="3830427"/>
                <a:ext cx="1337387" cy="31258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40FBB8D-3383-147A-A191-30EF950C00C8}"/>
                  </a:ext>
                </a:extLst>
              </p:cNvPr>
              <p:cNvSpPr txBox="1"/>
              <p:nvPr/>
            </p:nvSpPr>
            <p:spPr>
              <a:xfrm>
                <a:off x="4646641" y="4059027"/>
                <a:ext cx="1337387" cy="3354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endChr m:val="|"/>
                          <m:ctrlP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e>
                            <m:sup>
                              <m:r>
                                <a:rPr lang="en-US" sz="14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sup>
                          </m:sSup>
                        </m:e>
                      </m:d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1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p>
                      </m:sSup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US" sz="14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40FBB8D-3383-147A-A191-30EF950C0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641" y="4059027"/>
                <a:ext cx="1337387" cy="335476"/>
              </a:xfrm>
              <a:prstGeom prst="rect">
                <a:avLst/>
              </a:prstGeom>
              <a:blipFill>
                <a:blip r:embed="rId20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E5E2243-62C4-AA57-DE9F-9CE95CA69871}"/>
                  </a:ext>
                </a:extLst>
              </p:cNvPr>
              <p:cNvSpPr txBox="1"/>
              <p:nvPr/>
            </p:nvSpPr>
            <p:spPr>
              <a:xfrm>
                <a:off x="10440046" y="83078"/>
                <a:ext cx="560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3E5E2243-62C4-AA57-DE9F-9CE95CA69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0046" y="83078"/>
                <a:ext cx="56073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>
            <a:extLst>
              <a:ext uri="{FF2B5EF4-FFF2-40B4-BE49-F238E27FC236}">
                <a16:creationId xmlns:a16="http://schemas.microsoft.com/office/drawing/2014/main" id="{C8E44D75-2C46-8227-9CA6-7B559D689BA3}"/>
              </a:ext>
            </a:extLst>
          </p:cNvPr>
          <p:cNvSpPr txBox="1"/>
          <p:nvPr/>
        </p:nvSpPr>
        <p:spPr>
          <a:xfrm>
            <a:off x="9985568" y="121311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Event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2294E85-629F-F49B-6F9A-1A6B2A95602A}"/>
              </a:ext>
            </a:extLst>
          </p:cNvPr>
          <p:cNvSpPr txBox="1"/>
          <p:nvPr/>
        </p:nvSpPr>
        <p:spPr>
          <a:xfrm>
            <a:off x="7154189" y="46928"/>
            <a:ext cx="1260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Sample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82E7CD4-9D15-7006-05E5-C72321EA2FCF}"/>
                  </a:ext>
                </a:extLst>
              </p:cNvPr>
              <p:cNvSpPr txBox="1"/>
              <p:nvPr/>
            </p:nvSpPr>
            <p:spPr>
              <a:xfrm>
                <a:off x="8358552" y="62316"/>
                <a:ext cx="2324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682E7CD4-9D15-7006-05E5-C72321EA2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552" y="62316"/>
                <a:ext cx="232435" cy="307777"/>
              </a:xfrm>
              <a:prstGeom prst="rect">
                <a:avLst/>
              </a:prstGeom>
              <a:blipFill>
                <a:blip r:embed="rId22"/>
                <a:stretch>
                  <a:fillRect l="-23684" r="-28947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C2F00F0E-DB71-77C9-0298-C041BA882D11}"/>
              </a:ext>
            </a:extLst>
          </p:cNvPr>
          <p:cNvCxnSpPr>
            <a:cxnSpLocks/>
          </p:cNvCxnSpPr>
          <p:nvPr/>
        </p:nvCxnSpPr>
        <p:spPr>
          <a:xfrm flipH="1">
            <a:off x="8747441" y="45434"/>
            <a:ext cx="662466" cy="128347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F31CA44A-9B6C-3987-268A-3CE43E38896B}"/>
              </a:ext>
            </a:extLst>
          </p:cNvPr>
          <p:cNvCxnSpPr>
            <a:cxnSpLocks/>
          </p:cNvCxnSpPr>
          <p:nvPr/>
        </p:nvCxnSpPr>
        <p:spPr>
          <a:xfrm flipH="1">
            <a:off x="7154189" y="1328912"/>
            <a:ext cx="1593252" cy="58538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EE6E89DC-FED5-1594-2B36-D1641177EBB1}"/>
              </a:ext>
            </a:extLst>
          </p:cNvPr>
          <p:cNvCxnSpPr>
            <a:cxnSpLocks/>
          </p:cNvCxnSpPr>
          <p:nvPr/>
        </p:nvCxnSpPr>
        <p:spPr>
          <a:xfrm flipH="1" flipV="1">
            <a:off x="8881762" y="1104978"/>
            <a:ext cx="1933222" cy="10083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4A7296F-7C38-847F-DFF1-E1F03E4D5D8F}"/>
                  </a:ext>
                </a:extLst>
              </p:cNvPr>
              <p:cNvSpPr txBox="1"/>
              <p:nvPr/>
            </p:nvSpPr>
            <p:spPr>
              <a:xfrm>
                <a:off x="7891414" y="1750958"/>
                <a:ext cx="560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14A7296F-7C38-847F-DFF1-E1F03E4D5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14" y="1750958"/>
                <a:ext cx="560732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0" name="TextBox 129">
            <a:extLst>
              <a:ext uri="{FF2B5EF4-FFF2-40B4-BE49-F238E27FC236}">
                <a16:creationId xmlns:a16="http://schemas.microsoft.com/office/drawing/2014/main" id="{8BBD1267-7E49-D1F9-11CD-48B6D46FC68C}"/>
              </a:ext>
            </a:extLst>
          </p:cNvPr>
          <p:cNvSpPr txBox="1"/>
          <p:nvPr/>
        </p:nvSpPr>
        <p:spPr>
          <a:xfrm>
            <a:off x="7436936" y="1789191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Event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5A6DAF6-F3D7-FD6A-76FB-86C0D6E87723}"/>
                  </a:ext>
                </a:extLst>
              </p:cNvPr>
              <p:cNvSpPr txBox="1"/>
              <p:nvPr/>
            </p:nvSpPr>
            <p:spPr>
              <a:xfrm>
                <a:off x="7611048" y="310385"/>
                <a:ext cx="56073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55A6DAF6-F3D7-FD6A-76FB-86C0D6E87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1048" y="310385"/>
                <a:ext cx="560732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2" name="TextBox 131">
            <a:extLst>
              <a:ext uri="{FF2B5EF4-FFF2-40B4-BE49-F238E27FC236}">
                <a16:creationId xmlns:a16="http://schemas.microsoft.com/office/drawing/2014/main" id="{26660893-1249-1272-37D6-B5B8625ED0A5}"/>
              </a:ext>
            </a:extLst>
          </p:cNvPr>
          <p:cNvSpPr txBox="1"/>
          <p:nvPr/>
        </p:nvSpPr>
        <p:spPr>
          <a:xfrm>
            <a:off x="7156570" y="348618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  <a:latin typeface="Georgia" panose="02040502050405020303" pitchFamily="18" charset="0"/>
              </a:rPr>
              <a:t>Event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EA19C1B-6C14-E2FF-0ACE-D90CDFBE224B}"/>
                  </a:ext>
                </a:extLst>
              </p:cNvPr>
              <p:cNvSpPr txBox="1"/>
              <p:nvPr/>
            </p:nvSpPr>
            <p:spPr>
              <a:xfrm>
                <a:off x="7585331" y="936258"/>
                <a:ext cx="10056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b="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5EA19C1B-6C14-E2FF-0ACE-D90CDFBE2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331" y="936258"/>
                <a:ext cx="1005655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E194E19-36CA-624D-2E02-0B967D1D1F9B}"/>
                  </a:ext>
                </a:extLst>
              </p:cNvPr>
              <p:cNvSpPr txBox="1"/>
              <p:nvPr/>
            </p:nvSpPr>
            <p:spPr>
              <a:xfrm>
                <a:off x="9162851" y="814875"/>
                <a:ext cx="10056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b="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E194E19-36CA-624D-2E02-0B967D1D1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851" y="814875"/>
                <a:ext cx="100565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143B3860-E2EF-290D-1CE5-DF5B797616E9}"/>
                  </a:ext>
                </a:extLst>
              </p:cNvPr>
              <p:cNvSpPr txBox="1"/>
              <p:nvPr/>
            </p:nvSpPr>
            <p:spPr>
              <a:xfrm>
                <a:off x="8454020" y="1419355"/>
                <a:ext cx="10056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b="0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143B3860-E2EF-290D-1CE5-DF5B79761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020" y="1419355"/>
                <a:ext cx="1005655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>
            <a:extLst>
              <a:ext uri="{FF2B5EF4-FFF2-40B4-BE49-F238E27FC236}">
                <a16:creationId xmlns:a16="http://schemas.microsoft.com/office/drawing/2014/main" id="{C18433F6-51B6-6BE7-1AE5-CDC37FF6ED05}"/>
              </a:ext>
            </a:extLst>
          </p:cNvPr>
          <p:cNvSpPr/>
          <p:nvPr/>
        </p:nvSpPr>
        <p:spPr>
          <a:xfrm>
            <a:off x="7154189" y="2215411"/>
            <a:ext cx="3787442" cy="20679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DBB215DE-049C-1A6E-2819-D0FB0ECF8C9A}"/>
              </a:ext>
            </a:extLst>
          </p:cNvPr>
          <p:cNvSpPr/>
          <p:nvPr/>
        </p:nvSpPr>
        <p:spPr>
          <a:xfrm>
            <a:off x="7410782" y="2551756"/>
            <a:ext cx="1600198" cy="161806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20C267-326D-0BF5-F280-7CC933B8B17E}"/>
              </a:ext>
            </a:extLst>
          </p:cNvPr>
          <p:cNvSpPr txBox="1"/>
          <p:nvPr/>
        </p:nvSpPr>
        <p:spPr>
          <a:xfrm>
            <a:off x="7151808" y="2216905"/>
            <a:ext cx="1260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Sample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AE03DB-7437-F558-46A8-075EB716D49B}"/>
                  </a:ext>
                </a:extLst>
              </p:cNvPr>
              <p:cNvSpPr txBox="1"/>
              <p:nvPr/>
            </p:nvSpPr>
            <p:spPr>
              <a:xfrm>
                <a:off x="8356171" y="2232293"/>
                <a:ext cx="2324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AE03DB-7437-F558-46A8-075EB716D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71" y="2232293"/>
                <a:ext cx="232435" cy="307777"/>
              </a:xfrm>
              <a:prstGeom prst="rect">
                <a:avLst/>
              </a:prstGeom>
              <a:blipFill>
                <a:blip r:embed="rId28"/>
                <a:stretch>
                  <a:fillRect l="-26316" r="-263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타원 5">
            <a:extLst>
              <a:ext uri="{FF2B5EF4-FFF2-40B4-BE49-F238E27FC236}">
                <a16:creationId xmlns:a16="http://schemas.microsoft.com/office/drawing/2014/main" id="{EB19BBE7-15C9-2315-7426-5E1C4D191A40}"/>
              </a:ext>
            </a:extLst>
          </p:cNvPr>
          <p:cNvSpPr/>
          <p:nvPr/>
        </p:nvSpPr>
        <p:spPr>
          <a:xfrm>
            <a:off x="9384946" y="2622380"/>
            <a:ext cx="1287728" cy="118909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C8C42-FB7A-2919-1FB3-863C5AF2C292}"/>
                  </a:ext>
                </a:extLst>
              </p:cNvPr>
              <p:cNvSpPr txBox="1"/>
              <p:nvPr/>
            </p:nvSpPr>
            <p:spPr>
              <a:xfrm>
                <a:off x="8262675" y="3181117"/>
                <a:ext cx="4082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b="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C8C42-FB7A-2919-1FB3-863C5AF2C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675" y="3181117"/>
                <a:ext cx="408284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461CBBF-4BBB-1233-5BFE-05D009291FAB}"/>
              </a:ext>
            </a:extLst>
          </p:cNvPr>
          <p:cNvSpPr txBox="1"/>
          <p:nvPr/>
        </p:nvSpPr>
        <p:spPr>
          <a:xfrm>
            <a:off x="7808197" y="3219350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Event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333ECE-F811-C548-75B0-97051F842880}"/>
                  </a:ext>
                </a:extLst>
              </p:cNvPr>
              <p:cNvSpPr txBox="1"/>
              <p:nvPr/>
            </p:nvSpPr>
            <p:spPr>
              <a:xfrm>
                <a:off x="10056716" y="3022256"/>
                <a:ext cx="4332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A333ECE-F811-C548-75B0-97051F842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716" y="3022256"/>
                <a:ext cx="433239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2EF21E7-BEBB-7B3D-4B9A-35741E47827C}"/>
              </a:ext>
            </a:extLst>
          </p:cNvPr>
          <p:cNvSpPr txBox="1"/>
          <p:nvPr/>
        </p:nvSpPr>
        <p:spPr>
          <a:xfrm>
            <a:off x="9602238" y="3060489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Georgia" panose="02040502050405020303" pitchFamily="18" charset="0"/>
              </a:rPr>
              <a:t>Event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35AA9B-6826-8D96-D99E-075B71989BAA}"/>
              </a:ext>
            </a:extLst>
          </p:cNvPr>
          <p:cNvSpPr/>
          <p:nvPr/>
        </p:nvSpPr>
        <p:spPr>
          <a:xfrm>
            <a:off x="7154189" y="4513057"/>
            <a:ext cx="3146791" cy="22236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8E670EC2-401C-E93C-E501-83A28FDE16DE}"/>
              </a:ext>
            </a:extLst>
          </p:cNvPr>
          <p:cNvSpPr/>
          <p:nvPr/>
        </p:nvSpPr>
        <p:spPr>
          <a:xfrm>
            <a:off x="7410781" y="4849402"/>
            <a:ext cx="1752069" cy="142381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3E9F84-A299-36CE-433A-9ECA25ED3F4B}"/>
              </a:ext>
            </a:extLst>
          </p:cNvPr>
          <p:cNvSpPr txBox="1"/>
          <p:nvPr/>
        </p:nvSpPr>
        <p:spPr>
          <a:xfrm>
            <a:off x="7151808" y="4514551"/>
            <a:ext cx="1260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Sample space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4A55DB0-F173-6ED2-B168-3BBCB6C74C54}"/>
                  </a:ext>
                </a:extLst>
              </p:cNvPr>
              <p:cNvSpPr txBox="1"/>
              <p:nvPr/>
            </p:nvSpPr>
            <p:spPr>
              <a:xfrm>
                <a:off x="8356171" y="4529939"/>
                <a:ext cx="2324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4A55DB0-F173-6ED2-B168-3BBCB6C74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6171" y="4529939"/>
                <a:ext cx="232435" cy="307777"/>
              </a:xfrm>
              <a:prstGeom prst="rect">
                <a:avLst/>
              </a:prstGeom>
              <a:blipFill>
                <a:blip r:embed="rId31"/>
                <a:stretch>
                  <a:fillRect l="-26316" r="-263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타원 25">
            <a:extLst>
              <a:ext uri="{FF2B5EF4-FFF2-40B4-BE49-F238E27FC236}">
                <a16:creationId xmlns:a16="http://schemas.microsoft.com/office/drawing/2014/main" id="{ABE7C06E-48A3-8D36-02B2-D8A1136D6A1A}"/>
              </a:ext>
            </a:extLst>
          </p:cNvPr>
          <p:cNvSpPr/>
          <p:nvPr/>
        </p:nvSpPr>
        <p:spPr>
          <a:xfrm>
            <a:off x="8881762" y="4646644"/>
            <a:ext cx="1069847" cy="1626576"/>
          </a:xfrm>
          <a:prstGeom prst="ellipse">
            <a:avLst/>
          </a:prstGeom>
          <a:solidFill>
            <a:schemeClr val="accent6">
              <a:lumMod val="20000"/>
              <a:lumOff val="80000"/>
              <a:alpha val="30000"/>
            </a:schemeClr>
          </a:solidFill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76655DF-97D9-888B-6116-1FE3ED084B71}"/>
                  </a:ext>
                </a:extLst>
              </p:cNvPr>
              <p:cNvSpPr txBox="1"/>
              <p:nvPr/>
            </p:nvSpPr>
            <p:spPr>
              <a:xfrm>
                <a:off x="8262675" y="5357529"/>
                <a:ext cx="4082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b="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76655DF-97D9-888B-6116-1FE3ED084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2675" y="5357529"/>
                <a:ext cx="408284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B639727-57DA-A0D5-D253-4DC277828898}"/>
              </a:ext>
            </a:extLst>
          </p:cNvPr>
          <p:cNvSpPr txBox="1"/>
          <p:nvPr/>
        </p:nvSpPr>
        <p:spPr>
          <a:xfrm>
            <a:off x="7808197" y="5395762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Event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A48253-63D3-9E44-FE82-E09F7253F009}"/>
                  </a:ext>
                </a:extLst>
              </p:cNvPr>
              <p:cNvSpPr txBox="1"/>
              <p:nvPr/>
            </p:nvSpPr>
            <p:spPr>
              <a:xfrm>
                <a:off x="9505893" y="4940349"/>
                <a:ext cx="4332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A48253-63D3-9E44-FE82-E09F7253F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5893" y="4940349"/>
                <a:ext cx="433239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2753370-89CE-D9D7-9C68-7AE6BF72E768}"/>
              </a:ext>
            </a:extLst>
          </p:cNvPr>
          <p:cNvSpPr txBox="1"/>
          <p:nvPr/>
        </p:nvSpPr>
        <p:spPr>
          <a:xfrm>
            <a:off x="9051415" y="4978582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Georgia" panose="02040502050405020303" pitchFamily="18" charset="0"/>
              </a:rPr>
              <a:t>Event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886C392-34D8-F773-7930-6A106C27F2C6}"/>
              </a:ext>
            </a:extLst>
          </p:cNvPr>
          <p:cNvSpPr/>
          <p:nvPr/>
        </p:nvSpPr>
        <p:spPr>
          <a:xfrm>
            <a:off x="7423602" y="6092648"/>
            <a:ext cx="2561966" cy="546359"/>
          </a:xfrm>
          <a:prstGeom prst="rect">
            <a:avLst/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301D80-60EB-1A4F-88FB-6EDAABFEE6F4}"/>
                  </a:ext>
                </a:extLst>
              </p:cNvPr>
              <p:cNvSpPr txBox="1"/>
              <p:nvPr/>
            </p:nvSpPr>
            <p:spPr>
              <a:xfrm>
                <a:off x="8766716" y="6236481"/>
                <a:ext cx="43323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b="0" dirty="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4301D80-60EB-1A4F-88FB-6EDAABFEE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6716" y="6236481"/>
                <a:ext cx="433239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6DBF2867-58DB-C451-0B78-B0A3FE6F071C}"/>
              </a:ext>
            </a:extLst>
          </p:cNvPr>
          <p:cNvSpPr txBox="1"/>
          <p:nvPr/>
        </p:nvSpPr>
        <p:spPr>
          <a:xfrm>
            <a:off x="8312238" y="6274714"/>
            <a:ext cx="6987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Georgia" panose="02040502050405020303" pitchFamily="18" charset="0"/>
              </a:rPr>
              <a:t>Event</a:t>
            </a:r>
          </a:p>
        </p:txBody>
      </p:sp>
    </p:spTree>
    <p:extLst>
      <p:ext uri="{BB962C8B-B14F-4D97-AF65-F5344CB8AC3E}">
        <p14:creationId xmlns:p14="http://schemas.microsoft.com/office/powerpoint/2010/main" val="262161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F64D5-44A7-3952-E6DF-E9C670DC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D6C79140-2FBE-9042-C596-35696DFA908D}"/>
              </a:ext>
            </a:extLst>
          </p:cNvPr>
          <p:cNvCxnSpPr>
            <a:cxnSpLocks/>
          </p:cNvCxnSpPr>
          <p:nvPr/>
        </p:nvCxnSpPr>
        <p:spPr>
          <a:xfrm flipV="1">
            <a:off x="4502022" y="2304223"/>
            <a:ext cx="709126" cy="9330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99868BB-D53A-F0F8-3BEA-9C154A36F1C5}"/>
              </a:ext>
            </a:extLst>
          </p:cNvPr>
          <p:cNvCxnSpPr>
            <a:cxnSpLocks/>
          </p:cNvCxnSpPr>
          <p:nvPr/>
        </p:nvCxnSpPr>
        <p:spPr>
          <a:xfrm flipV="1">
            <a:off x="5211148" y="1828362"/>
            <a:ext cx="1222310" cy="475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F6D3377-CB74-000E-F25B-265BE01CBCA4}"/>
              </a:ext>
            </a:extLst>
          </p:cNvPr>
          <p:cNvCxnSpPr>
            <a:cxnSpLocks/>
          </p:cNvCxnSpPr>
          <p:nvPr/>
        </p:nvCxnSpPr>
        <p:spPr>
          <a:xfrm flipV="1">
            <a:off x="6433458" y="1511121"/>
            <a:ext cx="1343609" cy="317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28B0FBD9-FEC4-2C68-6A23-E198922D82C7}"/>
              </a:ext>
            </a:extLst>
          </p:cNvPr>
          <p:cNvCxnSpPr>
            <a:cxnSpLocks/>
          </p:cNvCxnSpPr>
          <p:nvPr/>
        </p:nvCxnSpPr>
        <p:spPr>
          <a:xfrm>
            <a:off x="6396137" y="1828362"/>
            <a:ext cx="1352935" cy="1679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D19FA5E1-6D06-CA05-603D-85E924C8C0C4}"/>
              </a:ext>
            </a:extLst>
          </p:cNvPr>
          <p:cNvCxnSpPr>
            <a:cxnSpLocks/>
          </p:cNvCxnSpPr>
          <p:nvPr/>
        </p:nvCxnSpPr>
        <p:spPr>
          <a:xfrm>
            <a:off x="5211148" y="2304223"/>
            <a:ext cx="1184989" cy="475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3E93096-40F1-0839-3AA2-FD01AD66B0E9}"/>
              </a:ext>
            </a:extLst>
          </p:cNvPr>
          <p:cNvCxnSpPr>
            <a:cxnSpLocks/>
          </p:cNvCxnSpPr>
          <p:nvPr/>
        </p:nvCxnSpPr>
        <p:spPr>
          <a:xfrm flipV="1">
            <a:off x="6433458" y="2588787"/>
            <a:ext cx="1306288" cy="1819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011E77CF-0311-BC4E-4B77-D5C298FB042B}"/>
              </a:ext>
            </a:extLst>
          </p:cNvPr>
          <p:cNvCxnSpPr>
            <a:cxnSpLocks/>
          </p:cNvCxnSpPr>
          <p:nvPr/>
        </p:nvCxnSpPr>
        <p:spPr>
          <a:xfrm>
            <a:off x="6396137" y="2770754"/>
            <a:ext cx="1380930" cy="317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F72AADB-A3B2-B22C-601C-45EE03EFAAB0}"/>
              </a:ext>
            </a:extLst>
          </p:cNvPr>
          <p:cNvCxnSpPr>
            <a:cxnSpLocks/>
          </p:cNvCxnSpPr>
          <p:nvPr/>
        </p:nvCxnSpPr>
        <p:spPr>
          <a:xfrm>
            <a:off x="4502022" y="3237284"/>
            <a:ext cx="709126" cy="10263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8E8A13C8-2263-FE9C-8097-FEE3CAC0D29C}"/>
              </a:ext>
            </a:extLst>
          </p:cNvPr>
          <p:cNvCxnSpPr>
            <a:cxnSpLocks/>
          </p:cNvCxnSpPr>
          <p:nvPr/>
        </p:nvCxnSpPr>
        <p:spPr>
          <a:xfrm flipV="1">
            <a:off x="5211148" y="3778459"/>
            <a:ext cx="1222310" cy="475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573CB15-8FD6-942F-0B86-C1EE75767D9C}"/>
              </a:ext>
            </a:extLst>
          </p:cNvPr>
          <p:cNvCxnSpPr>
            <a:cxnSpLocks/>
          </p:cNvCxnSpPr>
          <p:nvPr/>
        </p:nvCxnSpPr>
        <p:spPr>
          <a:xfrm flipV="1">
            <a:off x="6433458" y="3461218"/>
            <a:ext cx="1343609" cy="317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654043E6-732D-2528-28F0-6DBD8CD67C1A}"/>
              </a:ext>
            </a:extLst>
          </p:cNvPr>
          <p:cNvCxnSpPr>
            <a:cxnSpLocks/>
          </p:cNvCxnSpPr>
          <p:nvPr/>
        </p:nvCxnSpPr>
        <p:spPr>
          <a:xfrm>
            <a:off x="6396137" y="3778459"/>
            <a:ext cx="1380930" cy="2371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10A38BF-F9E1-C06C-05FE-4749629AE329}"/>
              </a:ext>
            </a:extLst>
          </p:cNvPr>
          <p:cNvCxnSpPr>
            <a:cxnSpLocks/>
          </p:cNvCxnSpPr>
          <p:nvPr/>
        </p:nvCxnSpPr>
        <p:spPr>
          <a:xfrm>
            <a:off x="5211148" y="4254320"/>
            <a:ext cx="1184989" cy="475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AB316449-4740-D647-4273-68C4C8873875}"/>
              </a:ext>
            </a:extLst>
          </p:cNvPr>
          <p:cNvCxnSpPr>
            <a:cxnSpLocks/>
          </p:cNvCxnSpPr>
          <p:nvPr/>
        </p:nvCxnSpPr>
        <p:spPr>
          <a:xfrm flipV="1">
            <a:off x="6433458" y="4571561"/>
            <a:ext cx="1343609" cy="1492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CD8FED7-9E26-366C-A0B8-E561F85F9DFE}"/>
              </a:ext>
            </a:extLst>
          </p:cNvPr>
          <p:cNvCxnSpPr>
            <a:cxnSpLocks/>
          </p:cNvCxnSpPr>
          <p:nvPr/>
        </p:nvCxnSpPr>
        <p:spPr>
          <a:xfrm>
            <a:off x="6396137" y="4720851"/>
            <a:ext cx="1380930" cy="3172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F1CB4E-E2C2-B5EC-1834-9F994B3F4647}"/>
                  </a:ext>
                </a:extLst>
              </p:cNvPr>
              <p:cNvSpPr txBox="1"/>
              <p:nvPr/>
            </p:nvSpPr>
            <p:spPr>
              <a:xfrm>
                <a:off x="4833256" y="1982449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1400" b="1" dirty="0">
                    <a:solidFill>
                      <a:schemeClr val="tx1"/>
                    </a:solidFill>
                  </a:rPr>
                  <a:t>Coin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2F1CB4E-E2C2-B5EC-1834-9F994B3F4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256" y="1982449"/>
                <a:ext cx="709126" cy="307777"/>
              </a:xfrm>
              <a:prstGeom prst="rect">
                <a:avLst/>
              </a:prstGeom>
              <a:blipFill>
                <a:blip r:embed="rId3"/>
                <a:stretch>
                  <a:fillRect l="-2586" t="-1961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F3E487-45E8-0AE4-77AD-5BBDC79F4415}"/>
                  </a:ext>
                </a:extLst>
              </p:cNvPr>
              <p:cNvSpPr txBox="1"/>
              <p:nvPr/>
            </p:nvSpPr>
            <p:spPr>
              <a:xfrm>
                <a:off x="4350400" y="3741347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8F3E487-45E8-0AE4-77AD-5BBDC79F4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400" y="3741347"/>
                <a:ext cx="70912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CDD7162-A841-76CB-D900-5E7BF4901CB1}"/>
                  </a:ext>
                </a:extLst>
              </p:cNvPr>
              <p:cNvSpPr txBox="1"/>
              <p:nvPr/>
            </p:nvSpPr>
            <p:spPr>
              <a:xfrm>
                <a:off x="4833256" y="4279891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1400" b="1" dirty="0">
                    <a:solidFill>
                      <a:schemeClr val="tx1"/>
                    </a:solidFill>
                  </a:rPr>
                  <a:t>Coin </a:t>
                </a:r>
                <a14:m>
                  <m:oMath xmlns:m="http://schemas.openxmlformats.org/officeDocument/2006/math">
                    <m:r>
                      <a:rPr lang="en-US" sz="1400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𝐁</m:t>
                    </m:r>
                  </m:oMath>
                </a14:m>
                <a:endParaRPr lang="ar-AE" b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BCDD7162-A841-76CB-D900-5E7BF4901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3256" y="4279891"/>
                <a:ext cx="709126" cy="307777"/>
              </a:xfrm>
              <a:prstGeom prst="rect">
                <a:avLst/>
              </a:prstGeom>
              <a:blipFill>
                <a:blip r:embed="rId5"/>
                <a:stretch>
                  <a:fillRect l="-2586" t="-1961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4371D61-1E80-26CD-73FD-8996AEB50B73}"/>
                  </a:ext>
                </a:extLst>
              </p:cNvPr>
              <p:cNvSpPr txBox="1"/>
              <p:nvPr/>
            </p:nvSpPr>
            <p:spPr>
              <a:xfrm>
                <a:off x="4350400" y="2547019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4371D61-1E80-26CD-73FD-8996AEB50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400" y="2547019"/>
                <a:ext cx="709126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380FEF6-2608-8BEF-2477-986B3BD61A50}"/>
                  </a:ext>
                </a:extLst>
              </p:cNvPr>
              <p:cNvSpPr txBox="1"/>
              <p:nvPr/>
            </p:nvSpPr>
            <p:spPr>
              <a:xfrm>
                <a:off x="5376770" y="3755344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4380FEF6-2608-8BEF-2477-986B3BD61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770" y="3755344"/>
                <a:ext cx="70912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98C63D8-F37C-8DFE-44A2-FA6A1AAC150C}"/>
                  </a:ext>
                </a:extLst>
              </p:cNvPr>
              <p:cNvSpPr txBox="1"/>
              <p:nvPr/>
            </p:nvSpPr>
            <p:spPr>
              <a:xfrm>
                <a:off x="5376770" y="4459350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98C63D8-F37C-8DFE-44A2-FA6A1AAC1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770" y="4459350"/>
                <a:ext cx="70912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6F4DE85-A598-3C77-E6BD-6D4E6207E40D}"/>
                  </a:ext>
                </a:extLst>
              </p:cNvPr>
              <p:cNvSpPr txBox="1"/>
              <p:nvPr/>
            </p:nvSpPr>
            <p:spPr>
              <a:xfrm>
                <a:off x="6718041" y="3311929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6F4DE85-A598-3C77-E6BD-6D4E6207E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041" y="3311929"/>
                <a:ext cx="709126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73BD37C-D90D-C745-983B-53BCDCA84B42}"/>
                  </a:ext>
                </a:extLst>
              </p:cNvPr>
              <p:cNvSpPr txBox="1"/>
              <p:nvPr/>
            </p:nvSpPr>
            <p:spPr>
              <a:xfrm>
                <a:off x="6718041" y="4352358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73BD37C-D90D-C745-983B-53BCDCA84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041" y="4352358"/>
                <a:ext cx="709126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8F71E6-2591-3A6E-ECDA-ACD008D530CB}"/>
                  </a:ext>
                </a:extLst>
              </p:cNvPr>
              <p:cNvSpPr txBox="1"/>
              <p:nvPr/>
            </p:nvSpPr>
            <p:spPr>
              <a:xfrm>
                <a:off x="6718041" y="3876630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E8F71E6-2591-3A6E-ECDA-ACD008D53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041" y="3876630"/>
                <a:ext cx="70912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7F432B3-94DD-319B-B465-8166248F8F5F}"/>
                  </a:ext>
                </a:extLst>
              </p:cNvPr>
              <p:cNvSpPr txBox="1"/>
              <p:nvPr/>
            </p:nvSpPr>
            <p:spPr>
              <a:xfrm>
                <a:off x="6718041" y="4856211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57F432B3-94DD-319B-B465-8166248F8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041" y="4856211"/>
                <a:ext cx="70912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95A2BF74-FD27-DA01-3A42-09228EB46B0D}"/>
              </a:ext>
            </a:extLst>
          </p:cNvPr>
          <p:cNvCxnSpPr>
            <a:cxnSpLocks/>
          </p:cNvCxnSpPr>
          <p:nvPr/>
        </p:nvCxnSpPr>
        <p:spPr>
          <a:xfrm flipV="1">
            <a:off x="5211148" y="1821586"/>
            <a:ext cx="1222310" cy="475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61D1A829-D243-90B1-1894-AA29F7EF9267}"/>
              </a:ext>
            </a:extLst>
          </p:cNvPr>
          <p:cNvCxnSpPr>
            <a:cxnSpLocks/>
          </p:cNvCxnSpPr>
          <p:nvPr/>
        </p:nvCxnSpPr>
        <p:spPr>
          <a:xfrm>
            <a:off x="5211148" y="2297447"/>
            <a:ext cx="1184989" cy="4758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5BBB0D72-449E-9435-2AE1-716081BE20EC}"/>
                  </a:ext>
                </a:extLst>
              </p:cNvPr>
              <p:cNvSpPr txBox="1"/>
              <p:nvPr/>
            </p:nvSpPr>
            <p:spPr>
              <a:xfrm>
                <a:off x="5376770" y="1798471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5BBB0D72-449E-9435-2AE1-716081BE2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770" y="1798471"/>
                <a:ext cx="70912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61AA3B2-CB48-6AC6-51C9-330EB38934AA}"/>
                  </a:ext>
                </a:extLst>
              </p:cNvPr>
              <p:cNvSpPr txBox="1"/>
              <p:nvPr/>
            </p:nvSpPr>
            <p:spPr>
              <a:xfrm>
                <a:off x="5376770" y="2502477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661AA3B2-CB48-6AC6-51C9-330EB3893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770" y="2502477"/>
                <a:ext cx="70912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A24814E-24A8-F410-6DA7-CEF25A1C1BAF}"/>
                  </a:ext>
                </a:extLst>
              </p:cNvPr>
              <p:cNvSpPr txBox="1"/>
              <p:nvPr/>
            </p:nvSpPr>
            <p:spPr>
              <a:xfrm>
                <a:off x="6718041" y="1355056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EA24814E-24A8-F410-6DA7-CEF25A1C1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041" y="1355056"/>
                <a:ext cx="709126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FC92EA3-47C5-6198-0F7C-745D74D4173F}"/>
                  </a:ext>
                </a:extLst>
              </p:cNvPr>
              <p:cNvSpPr txBox="1"/>
              <p:nvPr/>
            </p:nvSpPr>
            <p:spPr>
              <a:xfrm>
                <a:off x="6718041" y="2395485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FC92EA3-47C5-6198-0F7C-745D74D41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041" y="2395485"/>
                <a:ext cx="709126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5043DB4-A8F5-3B25-FC41-2C935E782113}"/>
                  </a:ext>
                </a:extLst>
              </p:cNvPr>
              <p:cNvSpPr txBox="1"/>
              <p:nvPr/>
            </p:nvSpPr>
            <p:spPr>
              <a:xfrm>
                <a:off x="6718041" y="1919757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D5043DB4-A8F5-3B25-FC41-2C935E782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041" y="1919757"/>
                <a:ext cx="70912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87F02DC-E3E0-3346-70F4-8A6D165ECEDB}"/>
                  </a:ext>
                </a:extLst>
              </p:cNvPr>
              <p:cNvSpPr txBox="1"/>
              <p:nvPr/>
            </p:nvSpPr>
            <p:spPr>
              <a:xfrm>
                <a:off x="6718041" y="2899338"/>
                <a:ext cx="7091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887F02DC-E3E0-3346-70F4-8A6D165EC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8041" y="2899338"/>
                <a:ext cx="709126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0B7D3D1-6037-ADD6-F8B3-E3B3D81118CC}"/>
                  </a:ext>
                </a:extLst>
              </p:cNvPr>
              <p:cNvSpPr txBox="1"/>
              <p:nvPr/>
            </p:nvSpPr>
            <p:spPr>
              <a:xfrm>
                <a:off x="1808583" y="2546174"/>
                <a:ext cx="21009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coin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ar-AE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10B7D3D1-6037-ADD6-F8B3-E3B3D8111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583" y="2546174"/>
                <a:ext cx="2100946" cy="400110"/>
              </a:xfrm>
              <a:prstGeom prst="rect">
                <a:avLst/>
              </a:prstGeom>
              <a:blipFill>
                <a:blip r:embed="rId11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A4B1107-76CE-3191-1EEC-38148F129033}"/>
                  </a:ext>
                </a:extLst>
              </p:cNvPr>
              <p:cNvSpPr txBox="1"/>
              <p:nvPr/>
            </p:nvSpPr>
            <p:spPr>
              <a:xfrm>
                <a:off x="1808582" y="2946284"/>
                <a:ext cx="21009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coin</a:t>
                </a:r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AE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7A4B1107-76CE-3191-1EEC-38148F129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8582" y="2946284"/>
                <a:ext cx="2100946" cy="400110"/>
              </a:xfrm>
              <a:prstGeom prst="rect">
                <a:avLst/>
              </a:prstGeom>
              <a:blipFill>
                <a:blip r:embed="rId12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D1E18B6-8188-3572-0985-C43A67079721}"/>
                  </a:ext>
                </a:extLst>
              </p:cNvPr>
              <p:cNvSpPr txBox="1"/>
              <p:nvPr/>
            </p:nvSpPr>
            <p:spPr>
              <a:xfrm>
                <a:off x="1450898" y="2134946"/>
                <a:ext cx="28388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latin typeface="Georgia" panose="02040502050405020303" pitchFamily="18" charset="0"/>
                  </a:rPr>
                  <a:t>Two unfair coins,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>
                    <a:latin typeface="Georgia" panose="02040502050405020303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16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CD1E18B6-8188-3572-0985-C43A67079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898" y="2134946"/>
                <a:ext cx="2838844" cy="338554"/>
              </a:xfrm>
              <a:prstGeom prst="rect">
                <a:avLst/>
              </a:prstGeom>
              <a:blipFill>
                <a:blip r:embed="rId13"/>
                <a:stretch>
                  <a:fillRect l="-1073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왼쪽 중괄호 125">
            <a:extLst>
              <a:ext uri="{FF2B5EF4-FFF2-40B4-BE49-F238E27FC236}">
                <a16:creationId xmlns:a16="http://schemas.microsoft.com/office/drawing/2014/main" id="{3D71E1A4-17BF-A7D3-A5D2-37451B84B76B}"/>
              </a:ext>
            </a:extLst>
          </p:cNvPr>
          <p:cNvSpPr/>
          <p:nvPr/>
        </p:nvSpPr>
        <p:spPr>
          <a:xfrm>
            <a:off x="1632857" y="2588787"/>
            <a:ext cx="146177" cy="723142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연결선: 꺾임 127">
            <a:extLst>
              <a:ext uri="{FF2B5EF4-FFF2-40B4-BE49-F238E27FC236}">
                <a16:creationId xmlns:a16="http://schemas.microsoft.com/office/drawing/2014/main" id="{DC836399-EC8B-79EE-9756-2D923C5C55A4}"/>
              </a:ext>
            </a:extLst>
          </p:cNvPr>
          <p:cNvCxnSpPr>
            <a:stCxn id="18" idx="2"/>
          </p:cNvCxnSpPr>
          <p:nvPr/>
        </p:nvCxnSpPr>
        <p:spPr>
          <a:xfrm rot="5400000">
            <a:off x="4037273" y="4099436"/>
            <a:ext cx="718003" cy="617379"/>
          </a:xfrm>
          <a:prstGeom prst="bentConnector3">
            <a:avLst>
              <a:gd name="adj1" fmla="val 993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3F2FADA6-3AE3-1226-6698-0FF96A75DC16}"/>
              </a:ext>
            </a:extLst>
          </p:cNvPr>
          <p:cNvSpPr txBox="1"/>
          <p:nvPr/>
        </p:nvSpPr>
        <p:spPr>
          <a:xfrm>
            <a:off x="2098589" y="4492250"/>
            <a:ext cx="19889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Choose either coin</a:t>
            </a:r>
          </a:p>
          <a:p>
            <a:r>
              <a:rPr lang="en-US" sz="1400" dirty="0">
                <a:latin typeface="Georgia" panose="02040502050405020303" pitchFamily="18" charset="0"/>
              </a:rPr>
              <a:t>with equal probability</a:t>
            </a:r>
          </a:p>
        </p:txBody>
      </p:sp>
    </p:spTree>
    <p:extLst>
      <p:ext uri="{BB962C8B-B14F-4D97-AF65-F5344CB8AC3E}">
        <p14:creationId xmlns:p14="http://schemas.microsoft.com/office/powerpoint/2010/main" val="35090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46588-DFDE-F63C-1B53-FC49A23C6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F006D8E-EEC6-AD34-A5E4-B7C66FE6F323}"/>
              </a:ext>
            </a:extLst>
          </p:cNvPr>
          <p:cNvSpPr/>
          <p:nvPr/>
        </p:nvSpPr>
        <p:spPr>
          <a:xfrm>
            <a:off x="5842519" y="763891"/>
            <a:ext cx="3589172" cy="40040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248D320-625F-CCA8-BE19-AD3507FE3303}"/>
              </a:ext>
            </a:extLst>
          </p:cNvPr>
          <p:cNvSpPr/>
          <p:nvPr/>
        </p:nvSpPr>
        <p:spPr>
          <a:xfrm>
            <a:off x="2251792" y="763891"/>
            <a:ext cx="3589172" cy="400405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4A47059-EBEA-DABD-2F5E-5A0AB02EDADE}"/>
              </a:ext>
            </a:extLst>
          </p:cNvPr>
          <p:cNvSpPr txBox="1"/>
          <p:nvPr/>
        </p:nvSpPr>
        <p:spPr>
          <a:xfrm>
            <a:off x="8022060" y="758071"/>
            <a:ext cx="1260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Georgia" panose="02040502050405020303" pitchFamily="18" charset="0"/>
              </a:rPr>
              <a:t>Sample space</a:t>
            </a: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60B914EA-4C23-7D3C-F2E0-42B2A6EE1D1D}"/>
              </a:ext>
            </a:extLst>
          </p:cNvPr>
          <p:cNvCxnSpPr>
            <a:cxnSpLocks/>
          </p:cNvCxnSpPr>
          <p:nvPr/>
        </p:nvCxnSpPr>
        <p:spPr>
          <a:xfrm flipV="1">
            <a:off x="5840964" y="615820"/>
            <a:ext cx="0" cy="4366727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151347-AB6A-4025-517C-BFFA807D4292}"/>
                  </a:ext>
                </a:extLst>
              </p:cNvPr>
              <p:cNvSpPr txBox="1"/>
              <p:nvPr/>
            </p:nvSpPr>
            <p:spPr>
              <a:xfrm>
                <a:off x="7355184" y="2703583"/>
                <a:ext cx="5607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chemeClr val="accent2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151347-AB6A-4025-517C-BFFA807D4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184" y="2703583"/>
                <a:ext cx="560732" cy="523220"/>
              </a:xfrm>
              <a:prstGeom prst="rect">
                <a:avLst/>
              </a:prstGeom>
              <a:blipFill>
                <a:blip r:embed="rId3"/>
                <a:stretch>
                  <a:fillRect r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ED4DB4BE-D86E-DC42-E7A3-81CB8BD7A998}"/>
                  </a:ext>
                </a:extLst>
              </p:cNvPr>
              <p:cNvSpPr txBox="1"/>
              <p:nvPr/>
            </p:nvSpPr>
            <p:spPr>
              <a:xfrm>
                <a:off x="3763631" y="2703583"/>
                <a:ext cx="56073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sz="28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lang="en-US" sz="28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ED4DB4BE-D86E-DC42-E7A3-81CB8BD7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3631" y="2703583"/>
                <a:ext cx="560732" cy="523220"/>
              </a:xfrm>
              <a:prstGeom prst="rect">
                <a:avLst/>
              </a:prstGeom>
              <a:blipFill>
                <a:blip r:embed="rId4"/>
                <a:stretch>
                  <a:fillRect r="-206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그룹 78">
            <a:extLst>
              <a:ext uri="{FF2B5EF4-FFF2-40B4-BE49-F238E27FC236}">
                <a16:creationId xmlns:a16="http://schemas.microsoft.com/office/drawing/2014/main" id="{777239B0-BDE7-D76D-CB3B-3B1620DC35BE}"/>
              </a:ext>
            </a:extLst>
          </p:cNvPr>
          <p:cNvGrpSpPr/>
          <p:nvPr/>
        </p:nvGrpSpPr>
        <p:grpSpPr>
          <a:xfrm>
            <a:off x="2247857" y="758071"/>
            <a:ext cx="4563490" cy="4009871"/>
            <a:chOff x="2247857" y="758071"/>
            <a:chExt cx="4563490" cy="4009871"/>
          </a:xfrm>
        </p:grpSpPr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7523F21C-D217-462D-96E0-0E7AE028D2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6563" y="758071"/>
              <a:ext cx="1884784" cy="4009871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34FCF35E-0E78-FA07-60E8-C31D12B564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9411" y="758072"/>
              <a:ext cx="4561936" cy="5819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7E8C4200-D7B2-6B1E-657D-E83DFB3FC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9411" y="4767942"/>
              <a:ext cx="2677152" cy="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2B70E739-C86B-4FDB-3B85-CC884B0815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47857" y="763891"/>
              <a:ext cx="1554" cy="4004051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C55B5A5-F459-34B2-56F3-7A60792E70B5}"/>
                  </a:ext>
                </a:extLst>
              </p:cNvPr>
              <p:cNvSpPr txBox="1"/>
              <p:nvPr/>
            </p:nvSpPr>
            <p:spPr>
              <a:xfrm>
                <a:off x="2247857" y="685390"/>
                <a:ext cx="456111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First 10 tosses are heads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 coin</a:t>
                </a:r>
                <a:r>
                  <a:rPr lang="en-US" sz="3200" b="1" dirty="0">
                    <a:solidFill>
                      <a:schemeClr val="accent6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  <a:p>
                <a:pPr/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(almost equal)</a:t>
                </a: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C55B5A5-F459-34B2-56F3-7A60792E7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857" y="685390"/>
                <a:ext cx="4561116" cy="954107"/>
              </a:xfrm>
              <a:prstGeom prst="rect">
                <a:avLst/>
              </a:prstGeom>
              <a:blipFill>
                <a:blip r:embed="rId5"/>
                <a:stretch>
                  <a:fillRect l="-2139" b="-13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EC4AD4D-0AB3-9EC6-4531-FB6199100B29}"/>
                  </a:ext>
                </a:extLst>
              </p:cNvPr>
              <p:cNvSpPr txBox="1"/>
              <p:nvPr/>
            </p:nvSpPr>
            <p:spPr>
              <a:xfrm>
                <a:off x="9197701" y="758070"/>
                <a:ext cx="2324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EC4AD4D-0AB3-9EC6-4531-FB6199100B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7701" y="758070"/>
                <a:ext cx="232435" cy="307777"/>
              </a:xfrm>
              <a:prstGeom prst="rect">
                <a:avLst/>
              </a:prstGeom>
              <a:blipFill>
                <a:blip r:embed="rId6"/>
                <a:stretch>
                  <a:fillRect l="-26316" r="-26316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399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15107</TotalTime>
  <Words>420</Words>
  <Application>Microsoft Office PowerPoint</Application>
  <PresentationFormat>와이드스크린</PresentationFormat>
  <Paragraphs>248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Georgia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Seunghoon Yang</dc:creator>
  <cp:lastModifiedBy>Seunghoon Yang</cp:lastModifiedBy>
  <cp:revision>247</cp:revision>
  <dcterms:created xsi:type="dcterms:W3CDTF">2026-02-16T08:54:06Z</dcterms:created>
  <dcterms:modified xsi:type="dcterms:W3CDTF">2026-03-08T15:37:18Z</dcterms:modified>
</cp:coreProperties>
</file>